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Lst>
  <p:sldSz cy="6858000" cx="12192000"/>
  <p:notesSz cx="6858000" cy="9144000"/>
  <p:embeddedFontLst>
    <p:embeddedFont>
      <p:font typeface="Geo"/>
      <p:regular r:id="rId15"/>
      <p:italic r:id="rId16"/>
    </p:embeddedFont>
    <p:embeddedFont>
      <p:font typeface="Old Standard TT"/>
      <p:regular r:id="rId17"/>
      <p:bold r:id="rId18"/>
      <p:italic r:id="rId1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http://customooxmlschemas.google.com/">
      <go:slidesCustomData xmlns:go="http://customooxmlschemas.google.com/" r:id="rId20" roundtripDataSignature="AMtx7mj9ALh/a5feQfLpK7sPkncHqDrKQ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customschemas.google.com/relationships/presentationmetadata" Target="metadata"/><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font" Target="fonts/Geo-regular.fntdata"/><Relationship Id="rId14" Type="http://schemas.openxmlformats.org/officeDocument/2006/relationships/slide" Target="slides/slide10.xml"/><Relationship Id="rId17" Type="http://schemas.openxmlformats.org/officeDocument/2006/relationships/font" Target="fonts/OldStandardTT-regular.fntdata"/><Relationship Id="rId16" Type="http://schemas.openxmlformats.org/officeDocument/2006/relationships/font" Target="fonts/Geo-italic.fntdata"/><Relationship Id="rId5" Type="http://schemas.openxmlformats.org/officeDocument/2006/relationships/slide" Target="slides/slide1.xml"/><Relationship Id="rId19" Type="http://schemas.openxmlformats.org/officeDocument/2006/relationships/font" Target="fonts/OldStandardTT-italic.fntdata"/><Relationship Id="rId6" Type="http://schemas.openxmlformats.org/officeDocument/2006/relationships/slide" Target="slides/slide2.xml"/><Relationship Id="rId18" Type="http://schemas.openxmlformats.org/officeDocument/2006/relationships/font" Target="fonts/OldStandardTT-bold.fntdata"/><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6" name="Google Shape;146;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3" name="Google Shape;153;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4" name="Google Shape;154;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1" name="Google Shape;161;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d46567d59d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68" name="Google Shape;168;gd46567d59d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9" name="Google Shape;169;gd46567d59d_0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d46567d59d_0_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76" name="Google Shape;176;gd46567d59d_0_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7" name="Google Shape;177;gd46567d59d_0_6: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d46567d59d_0_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84" name="Google Shape;184;gd46567d59d_0_1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5" name="Google Shape;185;gd46567d59d_0_18: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d46567d59d_0_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92" name="Google Shape;192;gd46567d59d_0_1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3" name="Google Shape;193;gd46567d59d_0_12: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d46567d59d_0_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00" name="Google Shape;200;gd46567d59d_0_2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1" name="Google Shape;201;gd46567d59d_0_24: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gd46567d59d_0_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08" name="Google Shape;208;gd46567d59d_0_3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9" name="Google Shape;209;gd46567d59d_0_3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d46567d59d_0_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16" name="Google Shape;216;gd46567d59d_0_3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7" name="Google Shape;217;gd46567d59d_0_36: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5"/>
          <p:cNvSpPr txBox="1"/>
          <p:nvPr>
            <p:ph type="ctrTitle"/>
          </p:nvPr>
        </p:nvSpPr>
        <p:spPr>
          <a:xfrm>
            <a:off x="1370693" y="1769540"/>
            <a:ext cx="9440034" cy="1828801"/>
          </a:xfrm>
          <a:prstGeom prst="rect">
            <a:avLst/>
          </a:prstGeom>
          <a:noFill/>
          <a:ln>
            <a:noFill/>
          </a:ln>
          <a:effectLst>
            <a:outerShdw blurRad="25400">
              <a:srgbClr val="000000">
                <a:alpha val="45882"/>
              </a:srgbClr>
            </a:outerShdw>
          </a:effectLst>
        </p:spPr>
        <p:txBody>
          <a:bodyPr anchorCtr="0" anchor="b" bIns="45700" lIns="91425" spcFirstLastPara="1" rIns="91425" wrap="square" tIns="45700">
            <a:normAutofit/>
          </a:bodyPr>
          <a:lstStyle>
            <a:lvl1pPr lvl="0" algn="ctr">
              <a:lnSpc>
                <a:spcPct val="90000"/>
              </a:lnSpc>
              <a:spcBef>
                <a:spcPts val="0"/>
              </a:spcBef>
              <a:spcAft>
                <a:spcPts val="0"/>
              </a:spcAft>
              <a:buClr>
                <a:schemeClr val="lt2"/>
              </a:buClr>
              <a:buSzPts val="5400"/>
              <a:buFont typeface="Geo"/>
              <a:buNone/>
              <a:defRPr sz="54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 name="Google Shape;17;p5"/>
          <p:cNvSpPr txBox="1"/>
          <p:nvPr>
            <p:ph idx="1" type="subTitle"/>
          </p:nvPr>
        </p:nvSpPr>
        <p:spPr>
          <a:xfrm>
            <a:off x="1370693" y="3773489"/>
            <a:ext cx="9440034" cy="1049867"/>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lvl1pPr lvl="0" algn="ctr">
              <a:lnSpc>
                <a:spcPct val="110000"/>
              </a:lnSpc>
              <a:spcBef>
                <a:spcPts val="420"/>
              </a:spcBef>
              <a:spcAft>
                <a:spcPts val="0"/>
              </a:spcAft>
              <a:buSzPts val="1470"/>
              <a:buNone/>
              <a:defRPr>
                <a:solidFill>
                  <a:schemeClr val="lt1"/>
                </a:solidFill>
              </a:defRPr>
            </a:lvl1pPr>
            <a:lvl2pPr lvl="1" algn="ctr">
              <a:lnSpc>
                <a:spcPct val="110000"/>
              </a:lnSpc>
              <a:spcBef>
                <a:spcPts val="600"/>
              </a:spcBef>
              <a:spcAft>
                <a:spcPts val="0"/>
              </a:spcAft>
              <a:buSzPts val="1330"/>
              <a:buNone/>
              <a:defRPr>
                <a:solidFill>
                  <a:schemeClr val="lt1"/>
                </a:solidFill>
              </a:defRPr>
            </a:lvl2pPr>
            <a:lvl3pPr lvl="2" algn="ctr">
              <a:lnSpc>
                <a:spcPct val="110000"/>
              </a:lnSpc>
              <a:spcBef>
                <a:spcPts val="600"/>
              </a:spcBef>
              <a:spcAft>
                <a:spcPts val="0"/>
              </a:spcAft>
              <a:buSzPts val="1190"/>
              <a:buNone/>
              <a:defRPr>
                <a:solidFill>
                  <a:schemeClr val="lt1"/>
                </a:solidFill>
              </a:defRPr>
            </a:lvl3pPr>
            <a:lvl4pPr lvl="3" algn="ctr">
              <a:lnSpc>
                <a:spcPct val="110000"/>
              </a:lnSpc>
              <a:spcBef>
                <a:spcPts val="600"/>
              </a:spcBef>
              <a:spcAft>
                <a:spcPts val="0"/>
              </a:spcAft>
              <a:buSzPts val="1050"/>
              <a:buNone/>
              <a:defRPr>
                <a:solidFill>
                  <a:schemeClr val="lt1"/>
                </a:solidFill>
              </a:defRPr>
            </a:lvl4pPr>
            <a:lvl5pPr lvl="4" algn="ctr">
              <a:lnSpc>
                <a:spcPct val="110000"/>
              </a:lnSpc>
              <a:spcBef>
                <a:spcPts val="600"/>
              </a:spcBef>
              <a:spcAft>
                <a:spcPts val="0"/>
              </a:spcAft>
              <a:buSzPts val="1050"/>
              <a:buNone/>
              <a:defRPr>
                <a:solidFill>
                  <a:schemeClr val="lt1"/>
                </a:solidFill>
              </a:defRPr>
            </a:lvl5pPr>
            <a:lvl6pPr lvl="5" algn="ctr">
              <a:spcBef>
                <a:spcPts val="600"/>
              </a:spcBef>
              <a:spcAft>
                <a:spcPts val="0"/>
              </a:spcAft>
              <a:buSzPts val="980"/>
              <a:buNone/>
              <a:defRPr>
                <a:solidFill>
                  <a:schemeClr val="lt1"/>
                </a:solidFill>
              </a:defRPr>
            </a:lvl6pPr>
            <a:lvl7pPr lvl="6" algn="ctr">
              <a:spcBef>
                <a:spcPts val="600"/>
              </a:spcBef>
              <a:spcAft>
                <a:spcPts val="0"/>
              </a:spcAft>
              <a:buSzPts val="980"/>
              <a:buNone/>
              <a:defRPr>
                <a:solidFill>
                  <a:schemeClr val="lt1"/>
                </a:solidFill>
              </a:defRPr>
            </a:lvl7pPr>
            <a:lvl8pPr lvl="7" algn="ctr">
              <a:spcBef>
                <a:spcPts val="600"/>
              </a:spcBef>
              <a:spcAft>
                <a:spcPts val="0"/>
              </a:spcAft>
              <a:buSzPts val="980"/>
              <a:buNone/>
              <a:defRPr>
                <a:solidFill>
                  <a:schemeClr val="lt1"/>
                </a:solidFill>
              </a:defRPr>
            </a:lvl8pPr>
            <a:lvl9pPr lvl="8" algn="ctr">
              <a:spcBef>
                <a:spcPts val="600"/>
              </a:spcBef>
              <a:spcAft>
                <a:spcPts val="600"/>
              </a:spcAft>
              <a:buSzPts val="980"/>
              <a:buNone/>
              <a:defRPr>
                <a:solidFill>
                  <a:schemeClr val="lt1"/>
                </a:solidFill>
              </a:defRPr>
            </a:lvl9pPr>
          </a:lstStyle>
          <a:p/>
        </p:txBody>
      </p:sp>
      <p:sp>
        <p:nvSpPr>
          <p:cNvPr id="18" name="Google Shape;18;p5"/>
          <p:cNvSpPr txBox="1"/>
          <p:nvPr>
            <p:ph idx="10" type="dt"/>
          </p:nvPr>
        </p:nvSpPr>
        <p:spPr>
          <a:xfrm>
            <a:off x="7678736" y="6000749"/>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5"/>
          <p:cNvSpPr txBox="1"/>
          <p:nvPr>
            <p:ph idx="11" type="ftr"/>
          </p:nvPr>
        </p:nvSpPr>
        <p:spPr>
          <a:xfrm>
            <a:off x="913795" y="6000749"/>
            <a:ext cx="6672865"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5"/>
          <p:cNvSpPr txBox="1"/>
          <p:nvPr>
            <p:ph idx="12" type="sldNum"/>
          </p:nvPr>
        </p:nvSpPr>
        <p:spPr>
          <a:xfrm>
            <a:off x="10514011" y="6000749"/>
            <a:ext cx="75354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6"/>
          <p:cNvSpPr txBox="1"/>
          <p:nvPr>
            <p:ph type="title"/>
          </p:nvPr>
        </p:nvSpPr>
        <p:spPr>
          <a:xfrm>
            <a:off x="913795" y="609600"/>
            <a:ext cx="10353762" cy="1257300"/>
          </a:xfrm>
          <a:prstGeom prst="rect">
            <a:avLst/>
          </a:prstGeom>
          <a:noFill/>
          <a:ln>
            <a:noFill/>
          </a:ln>
          <a:effectLst>
            <a:outerShdw blurRad="25400">
              <a:srgbClr val="000000">
                <a:alpha val="45882"/>
              </a:srgbClr>
            </a:outerShdw>
          </a:effectLst>
        </p:spPr>
        <p:txBody>
          <a:bodyPr anchorCtr="0" anchor="ctr" bIns="45700" lIns="91425" spcFirstLastPara="1" rIns="91425" wrap="square" tIns="45700">
            <a:normAutofit/>
          </a:bodyPr>
          <a:lstStyle>
            <a:lvl1pPr lvl="0" algn="ctr">
              <a:lnSpc>
                <a:spcPct val="90000"/>
              </a:lnSpc>
              <a:spcBef>
                <a:spcPts val="0"/>
              </a:spcBef>
              <a:spcAft>
                <a:spcPts val="0"/>
              </a:spcAft>
              <a:buClr>
                <a:schemeClr val="lt2"/>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 name="Google Shape;23;p6"/>
          <p:cNvSpPr txBox="1"/>
          <p:nvPr>
            <p:ph idx="1" type="body"/>
          </p:nvPr>
        </p:nvSpPr>
        <p:spPr>
          <a:xfrm>
            <a:off x="913795" y="2076450"/>
            <a:ext cx="10353762" cy="3714749"/>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lvl1pPr indent="-308610" lvl="0" marL="457200" algn="l">
              <a:lnSpc>
                <a:spcPct val="110000"/>
              </a:lnSpc>
              <a:spcBef>
                <a:spcPts val="360"/>
              </a:spcBef>
              <a:spcAft>
                <a:spcPts val="0"/>
              </a:spcAft>
              <a:buSzPts val="1260"/>
              <a:buChar char="◈"/>
              <a:defRPr/>
            </a:lvl1pPr>
            <a:lvl2pPr indent="-308610" lvl="1" marL="914400" algn="l">
              <a:lnSpc>
                <a:spcPct val="110000"/>
              </a:lnSpc>
              <a:spcBef>
                <a:spcPts val="600"/>
              </a:spcBef>
              <a:spcAft>
                <a:spcPts val="0"/>
              </a:spcAft>
              <a:buSzPts val="1260"/>
              <a:buChar char="🞚"/>
              <a:defRPr/>
            </a:lvl2pPr>
            <a:lvl3pPr indent="-308610" lvl="2" marL="1371600" algn="l">
              <a:lnSpc>
                <a:spcPct val="110000"/>
              </a:lnSpc>
              <a:spcBef>
                <a:spcPts val="600"/>
              </a:spcBef>
              <a:spcAft>
                <a:spcPts val="0"/>
              </a:spcAft>
              <a:buSzPts val="1260"/>
              <a:buChar char="◈"/>
              <a:defRPr/>
            </a:lvl3pPr>
            <a:lvl4pPr indent="-308610" lvl="3" marL="1828800" algn="l">
              <a:lnSpc>
                <a:spcPct val="110000"/>
              </a:lnSpc>
              <a:spcBef>
                <a:spcPts val="600"/>
              </a:spcBef>
              <a:spcAft>
                <a:spcPts val="0"/>
              </a:spcAft>
              <a:buSzPts val="1260"/>
              <a:buChar char="🞚"/>
              <a:defRPr/>
            </a:lvl4pPr>
            <a:lvl5pPr indent="-308610" lvl="4" marL="2286000" algn="l">
              <a:lnSpc>
                <a:spcPct val="110000"/>
              </a:lnSpc>
              <a:spcBef>
                <a:spcPts val="600"/>
              </a:spcBef>
              <a:spcAft>
                <a:spcPts val="0"/>
              </a:spcAft>
              <a:buSzPts val="1260"/>
              <a:buChar char="◈"/>
              <a:defRPr/>
            </a:lvl5pPr>
            <a:lvl6pPr indent="-308610" lvl="5" marL="2743200" algn="l">
              <a:spcBef>
                <a:spcPts val="600"/>
              </a:spcBef>
              <a:spcAft>
                <a:spcPts val="0"/>
              </a:spcAft>
              <a:buSzPts val="1260"/>
              <a:buChar char="◈"/>
              <a:defRPr/>
            </a:lvl6pPr>
            <a:lvl7pPr indent="-308610" lvl="6" marL="3200400" algn="l">
              <a:spcBef>
                <a:spcPts val="600"/>
              </a:spcBef>
              <a:spcAft>
                <a:spcPts val="0"/>
              </a:spcAft>
              <a:buSzPts val="1260"/>
              <a:buChar char="◈"/>
              <a:defRPr/>
            </a:lvl7pPr>
            <a:lvl8pPr indent="-308609" lvl="7" marL="3657600" algn="l">
              <a:spcBef>
                <a:spcPts val="600"/>
              </a:spcBef>
              <a:spcAft>
                <a:spcPts val="0"/>
              </a:spcAft>
              <a:buSzPts val="1260"/>
              <a:buChar char="◈"/>
              <a:defRPr/>
            </a:lvl8pPr>
            <a:lvl9pPr indent="-308609" lvl="8" marL="4114800" algn="l">
              <a:spcBef>
                <a:spcPts val="600"/>
              </a:spcBef>
              <a:spcAft>
                <a:spcPts val="600"/>
              </a:spcAft>
              <a:buSzPts val="1260"/>
              <a:buChar char="◈"/>
              <a:defRPr/>
            </a:lvl9pPr>
          </a:lstStyle>
          <a:p/>
        </p:txBody>
      </p:sp>
      <p:sp>
        <p:nvSpPr>
          <p:cNvPr id="24" name="Google Shape;24;p6"/>
          <p:cNvSpPr txBox="1"/>
          <p:nvPr>
            <p:ph idx="10" type="dt"/>
          </p:nvPr>
        </p:nvSpPr>
        <p:spPr>
          <a:xfrm>
            <a:off x="7678736" y="6000749"/>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6"/>
          <p:cNvSpPr txBox="1"/>
          <p:nvPr>
            <p:ph idx="11" type="ftr"/>
          </p:nvPr>
        </p:nvSpPr>
        <p:spPr>
          <a:xfrm>
            <a:off x="913795" y="6000749"/>
            <a:ext cx="6672865"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6"/>
          <p:cNvSpPr txBox="1"/>
          <p:nvPr>
            <p:ph idx="12" type="sldNum"/>
          </p:nvPr>
        </p:nvSpPr>
        <p:spPr>
          <a:xfrm>
            <a:off x="10514011" y="6000749"/>
            <a:ext cx="75354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7"/>
          <p:cNvSpPr txBox="1"/>
          <p:nvPr>
            <p:ph type="title"/>
          </p:nvPr>
        </p:nvSpPr>
        <p:spPr>
          <a:xfrm>
            <a:off x="1295401" y="1761067"/>
            <a:ext cx="9590550" cy="1828813"/>
          </a:xfrm>
          <a:prstGeom prst="rect">
            <a:avLst/>
          </a:prstGeom>
          <a:noFill/>
          <a:ln>
            <a:noFill/>
          </a:ln>
          <a:effectLst>
            <a:outerShdw blurRad="25400">
              <a:srgbClr val="000000">
                <a:alpha val="45882"/>
              </a:srgbClr>
            </a:outerShdw>
          </a:effectLst>
        </p:spPr>
        <p:txBody>
          <a:bodyPr anchorCtr="0" anchor="b" bIns="45700" lIns="91425" spcFirstLastPara="1" rIns="91425" wrap="square" tIns="45700">
            <a:normAutofit/>
          </a:bodyPr>
          <a:lstStyle>
            <a:lvl1pPr lvl="0" algn="ctr">
              <a:lnSpc>
                <a:spcPct val="90000"/>
              </a:lnSpc>
              <a:spcBef>
                <a:spcPts val="0"/>
              </a:spcBef>
              <a:spcAft>
                <a:spcPts val="0"/>
              </a:spcAft>
              <a:buClr>
                <a:schemeClr val="lt2"/>
              </a:buClr>
              <a:buSzPts val="4000"/>
              <a:buFont typeface="Geo"/>
              <a:buNone/>
              <a:defRPr b="0" sz="40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7"/>
          <p:cNvSpPr txBox="1"/>
          <p:nvPr>
            <p:ph idx="1" type="body"/>
          </p:nvPr>
        </p:nvSpPr>
        <p:spPr>
          <a:xfrm>
            <a:off x="1295401" y="3763439"/>
            <a:ext cx="9590550" cy="1333494"/>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lvl1pPr indent="-228600" lvl="0" marL="457200" algn="ctr">
              <a:lnSpc>
                <a:spcPct val="110000"/>
              </a:lnSpc>
              <a:spcBef>
                <a:spcPts val="400"/>
              </a:spcBef>
              <a:spcAft>
                <a:spcPts val="0"/>
              </a:spcAft>
              <a:buSzPts val="1400"/>
              <a:buNone/>
              <a:defRPr sz="2000">
                <a:solidFill>
                  <a:schemeClr val="lt1"/>
                </a:solidFill>
              </a:defRPr>
            </a:lvl1pPr>
            <a:lvl2pPr indent="-228600" lvl="1" marL="914400" algn="l">
              <a:lnSpc>
                <a:spcPct val="110000"/>
              </a:lnSpc>
              <a:spcBef>
                <a:spcPts val="600"/>
              </a:spcBef>
              <a:spcAft>
                <a:spcPts val="0"/>
              </a:spcAft>
              <a:buSzPts val="1260"/>
              <a:buNone/>
              <a:defRPr sz="1800">
                <a:solidFill>
                  <a:schemeClr val="lt1"/>
                </a:solidFill>
              </a:defRPr>
            </a:lvl2pPr>
            <a:lvl3pPr indent="-228600" lvl="2" marL="1371600" algn="l">
              <a:lnSpc>
                <a:spcPct val="110000"/>
              </a:lnSpc>
              <a:spcBef>
                <a:spcPts val="600"/>
              </a:spcBef>
              <a:spcAft>
                <a:spcPts val="0"/>
              </a:spcAft>
              <a:buSzPts val="1120"/>
              <a:buNone/>
              <a:defRPr sz="1600">
                <a:solidFill>
                  <a:schemeClr val="lt1"/>
                </a:solidFill>
              </a:defRPr>
            </a:lvl3pPr>
            <a:lvl4pPr indent="-228600" lvl="3" marL="1828800" algn="l">
              <a:lnSpc>
                <a:spcPct val="110000"/>
              </a:lnSpc>
              <a:spcBef>
                <a:spcPts val="600"/>
              </a:spcBef>
              <a:spcAft>
                <a:spcPts val="0"/>
              </a:spcAft>
              <a:buSzPts val="980"/>
              <a:buNone/>
              <a:defRPr sz="1400">
                <a:solidFill>
                  <a:schemeClr val="lt1"/>
                </a:solidFill>
              </a:defRPr>
            </a:lvl4pPr>
            <a:lvl5pPr indent="-228600" lvl="4" marL="2286000" algn="l">
              <a:lnSpc>
                <a:spcPct val="110000"/>
              </a:lnSpc>
              <a:spcBef>
                <a:spcPts val="600"/>
              </a:spcBef>
              <a:spcAft>
                <a:spcPts val="0"/>
              </a:spcAft>
              <a:buSzPts val="980"/>
              <a:buNone/>
              <a:defRPr sz="1400">
                <a:solidFill>
                  <a:schemeClr val="lt1"/>
                </a:solidFill>
              </a:defRPr>
            </a:lvl5pPr>
            <a:lvl6pPr indent="-228600" lvl="5" marL="2743200" algn="l">
              <a:spcBef>
                <a:spcPts val="600"/>
              </a:spcBef>
              <a:spcAft>
                <a:spcPts val="0"/>
              </a:spcAft>
              <a:buSzPts val="980"/>
              <a:buNone/>
              <a:defRPr sz="1400">
                <a:solidFill>
                  <a:schemeClr val="lt1"/>
                </a:solidFill>
              </a:defRPr>
            </a:lvl6pPr>
            <a:lvl7pPr indent="-228600" lvl="6" marL="3200400" algn="l">
              <a:spcBef>
                <a:spcPts val="600"/>
              </a:spcBef>
              <a:spcAft>
                <a:spcPts val="0"/>
              </a:spcAft>
              <a:buSzPts val="980"/>
              <a:buNone/>
              <a:defRPr sz="1400">
                <a:solidFill>
                  <a:schemeClr val="lt1"/>
                </a:solidFill>
              </a:defRPr>
            </a:lvl7pPr>
            <a:lvl8pPr indent="-228600" lvl="7" marL="3657600" algn="l">
              <a:spcBef>
                <a:spcPts val="600"/>
              </a:spcBef>
              <a:spcAft>
                <a:spcPts val="0"/>
              </a:spcAft>
              <a:buSzPts val="980"/>
              <a:buNone/>
              <a:defRPr sz="1400">
                <a:solidFill>
                  <a:schemeClr val="lt1"/>
                </a:solidFill>
              </a:defRPr>
            </a:lvl8pPr>
            <a:lvl9pPr indent="-228600" lvl="8" marL="4114800" algn="l">
              <a:spcBef>
                <a:spcPts val="600"/>
              </a:spcBef>
              <a:spcAft>
                <a:spcPts val="600"/>
              </a:spcAft>
              <a:buSzPts val="980"/>
              <a:buNone/>
              <a:defRPr sz="1400">
                <a:solidFill>
                  <a:schemeClr val="lt1"/>
                </a:solidFill>
              </a:defRPr>
            </a:lvl9pPr>
          </a:lstStyle>
          <a:p/>
        </p:txBody>
      </p:sp>
      <p:sp>
        <p:nvSpPr>
          <p:cNvPr id="30" name="Google Shape;30;p7"/>
          <p:cNvSpPr txBox="1"/>
          <p:nvPr>
            <p:ph idx="10" type="dt"/>
          </p:nvPr>
        </p:nvSpPr>
        <p:spPr>
          <a:xfrm>
            <a:off x="7678736" y="6000749"/>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7"/>
          <p:cNvSpPr txBox="1"/>
          <p:nvPr>
            <p:ph idx="11" type="ftr"/>
          </p:nvPr>
        </p:nvSpPr>
        <p:spPr>
          <a:xfrm>
            <a:off x="913795" y="6000749"/>
            <a:ext cx="6672865"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7"/>
          <p:cNvSpPr txBox="1"/>
          <p:nvPr>
            <p:ph idx="12" type="sldNum"/>
          </p:nvPr>
        </p:nvSpPr>
        <p:spPr>
          <a:xfrm>
            <a:off x="10514011" y="6000749"/>
            <a:ext cx="75354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8"/>
          <p:cNvSpPr txBox="1"/>
          <p:nvPr>
            <p:ph type="title"/>
          </p:nvPr>
        </p:nvSpPr>
        <p:spPr>
          <a:xfrm>
            <a:off x="913795" y="609600"/>
            <a:ext cx="10353762" cy="1261872"/>
          </a:xfrm>
          <a:prstGeom prst="rect">
            <a:avLst/>
          </a:prstGeom>
          <a:noFill/>
          <a:ln>
            <a:noFill/>
          </a:ln>
          <a:effectLst>
            <a:outerShdw blurRad="25400">
              <a:srgbClr val="000000">
                <a:alpha val="45882"/>
              </a:srgbClr>
            </a:outerShdw>
          </a:effectLst>
        </p:spPr>
        <p:txBody>
          <a:bodyPr anchorCtr="0" anchor="ctr" bIns="45700" lIns="91425" spcFirstLastPara="1" rIns="91425" wrap="square" tIns="45700">
            <a:normAutofit/>
          </a:bodyPr>
          <a:lstStyle>
            <a:lvl1pPr lvl="0" algn="ctr">
              <a:lnSpc>
                <a:spcPct val="90000"/>
              </a:lnSpc>
              <a:spcBef>
                <a:spcPts val="0"/>
              </a:spcBef>
              <a:spcAft>
                <a:spcPts val="0"/>
              </a:spcAft>
              <a:buClr>
                <a:schemeClr val="lt2"/>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8"/>
          <p:cNvSpPr txBox="1"/>
          <p:nvPr>
            <p:ph idx="1" type="body"/>
          </p:nvPr>
        </p:nvSpPr>
        <p:spPr>
          <a:xfrm>
            <a:off x="913795" y="2076450"/>
            <a:ext cx="4856841" cy="3622671"/>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lvl1pPr indent="-308610" lvl="0" marL="457200" algn="l">
              <a:lnSpc>
                <a:spcPct val="110000"/>
              </a:lnSpc>
              <a:spcBef>
                <a:spcPts val="360"/>
              </a:spcBef>
              <a:spcAft>
                <a:spcPts val="0"/>
              </a:spcAft>
              <a:buSzPts val="1260"/>
              <a:buChar char="◈"/>
              <a:defRPr/>
            </a:lvl1pPr>
            <a:lvl2pPr indent="-308610" lvl="1" marL="914400" algn="l">
              <a:lnSpc>
                <a:spcPct val="110000"/>
              </a:lnSpc>
              <a:spcBef>
                <a:spcPts val="600"/>
              </a:spcBef>
              <a:spcAft>
                <a:spcPts val="0"/>
              </a:spcAft>
              <a:buSzPts val="1260"/>
              <a:buChar char="🞚"/>
              <a:defRPr/>
            </a:lvl2pPr>
            <a:lvl3pPr indent="-308610" lvl="2" marL="1371600" algn="l">
              <a:lnSpc>
                <a:spcPct val="110000"/>
              </a:lnSpc>
              <a:spcBef>
                <a:spcPts val="600"/>
              </a:spcBef>
              <a:spcAft>
                <a:spcPts val="0"/>
              </a:spcAft>
              <a:buSzPts val="1260"/>
              <a:buChar char="◈"/>
              <a:defRPr/>
            </a:lvl3pPr>
            <a:lvl4pPr indent="-308610" lvl="3" marL="1828800" algn="l">
              <a:lnSpc>
                <a:spcPct val="110000"/>
              </a:lnSpc>
              <a:spcBef>
                <a:spcPts val="600"/>
              </a:spcBef>
              <a:spcAft>
                <a:spcPts val="0"/>
              </a:spcAft>
              <a:buSzPts val="1260"/>
              <a:buChar char="🞚"/>
              <a:defRPr/>
            </a:lvl4pPr>
            <a:lvl5pPr indent="-308610" lvl="4" marL="2286000" algn="l">
              <a:lnSpc>
                <a:spcPct val="110000"/>
              </a:lnSpc>
              <a:spcBef>
                <a:spcPts val="600"/>
              </a:spcBef>
              <a:spcAft>
                <a:spcPts val="0"/>
              </a:spcAft>
              <a:buSzPts val="1260"/>
              <a:buChar char="◈"/>
              <a:defRPr/>
            </a:lvl5pPr>
            <a:lvl6pPr indent="-308610" lvl="5" marL="2743200" algn="l">
              <a:spcBef>
                <a:spcPts val="600"/>
              </a:spcBef>
              <a:spcAft>
                <a:spcPts val="0"/>
              </a:spcAft>
              <a:buSzPts val="1260"/>
              <a:buChar char="◈"/>
              <a:defRPr/>
            </a:lvl6pPr>
            <a:lvl7pPr indent="-308610" lvl="6" marL="3200400" algn="l">
              <a:spcBef>
                <a:spcPts val="600"/>
              </a:spcBef>
              <a:spcAft>
                <a:spcPts val="0"/>
              </a:spcAft>
              <a:buSzPts val="1260"/>
              <a:buChar char="◈"/>
              <a:defRPr/>
            </a:lvl7pPr>
            <a:lvl8pPr indent="-308609" lvl="7" marL="3657600" algn="l">
              <a:spcBef>
                <a:spcPts val="600"/>
              </a:spcBef>
              <a:spcAft>
                <a:spcPts val="0"/>
              </a:spcAft>
              <a:buSzPts val="1260"/>
              <a:buChar char="◈"/>
              <a:defRPr/>
            </a:lvl8pPr>
            <a:lvl9pPr indent="-308609" lvl="8" marL="4114800" algn="l">
              <a:spcBef>
                <a:spcPts val="600"/>
              </a:spcBef>
              <a:spcAft>
                <a:spcPts val="600"/>
              </a:spcAft>
              <a:buSzPts val="1260"/>
              <a:buChar char="◈"/>
              <a:defRPr/>
            </a:lvl9pPr>
          </a:lstStyle>
          <a:p/>
        </p:txBody>
      </p:sp>
      <p:sp>
        <p:nvSpPr>
          <p:cNvPr id="36" name="Google Shape;36;p8"/>
          <p:cNvSpPr txBox="1"/>
          <p:nvPr>
            <p:ph idx="2" type="body"/>
          </p:nvPr>
        </p:nvSpPr>
        <p:spPr>
          <a:xfrm>
            <a:off x="6410716" y="2076451"/>
            <a:ext cx="4856841" cy="3622672"/>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lvl1pPr indent="-308610" lvl="0" marL="457200" algn="l">
              <a:lnSpc>
                <a:spcPct val="110000"/>
              </a:lnSpc>
              <a:spcBef>
                <a:spcPts val="360"/>
              </a:spcBef>
              <a:spcAft>
                <a:spcPts val="0"/>
              </a:spcAft>
              <a:buSzPts val="1260"/>
              <a:buChar char="◈"/>
              <a:defRPr/>
            </a:lvl1pPr>
            <a:lvl2pPr indent="-308610" lvl="1" marL="914400" algn="l">
              <a:lnSpc>
                <a:spcPct val="110000"/>
              </a:lnSpc>
              <a:spcBef>
                <a:spcPts val="600"/>
              </a:spcBef>
              <a:spcAft>
                <a:spcPts val="0"/>
              </a:spcAft>
              <a:buSzPts val="1260"/>
              <a:buChar char="🞚"/>
              <a:defRPr/>
            </a:lvl2pPr>
            <a:lvl3pPr indent="-308610" lvl="2" marL="1371600" algn="l">
              <a:lnSpc>
                <a:spcPct val="110000"/>
              </a:lnSpc>
              <a:spcBef>
                <a:spcPts val="600"/>
              </a:spcBef>
              <a:spcAft>
                <a:spcPts val="0"/>
              </a:spcAft>
              <a:buSzPts val="1260"/>
              <a:buChar char="◈"/>
              <a:defRPr/>
            </a:lvl3pPr>
            <a:lvl4pPr indent="-308610" lvl="3" marL="1828800" algn="l">
              <a:lnSpc>
                <a:spcPct val="110000"/>
              </a:lnSpc>
              <a:spcBef>
                <a:spcPts val="600"/>
              </a:spcBef>
              <a:spcAft>
                <a:spcPts val="0"/>
              </a:spcAft>
              <a:buSzPts val="1260"/>
              <a:buChar char="🞚"/>
              <a:defRPr/>
            </a:lvl4pPr>
            <a:lvl5pPr indent="-308610" lvl="4" marL="2286000" algn="l">
              <a:lnSpc>
                <a:spcPct val="110000"/>
              </a:lnSpc>
              <a:spcBef>
                <a:spcPts val="600"/>
              </a:spcBef>
              <a:spcAft>
                <a:spcPts val="0"/>
              </a:spcAft>
              <a:buSzPts val="1260"/>
              <a:buChar char="◈"/>
              <a:defRPr/>
            </a:lvl5pPr>
            <a:lvl6pPr indent="-308610" lvl="5" marL="2743200" algn="l">
              <a:spcBef>
                <a:spcPts val="600"/>
              </a:spcBef>
              <a:spcAft>
                <a:spcPts val="0"/>
              </a:spcAft>
              <a:buSzPts val="1260"/>
              <a:buChar char="◈"/>
              <a:defRPr/>
            </a:lvl6pPr>
            <a:lvl7pPr indent="-308610" lvl="6" marL="3200400" algn="l">
              <a:spcBef>
                <a:spcPts val="600"/>
              </a:spcBef>
              <a:spcAft>
                <a:spcPts val="0"/>
              </a:spcAft>
              <a:buSzPts val="1260"/>
              <a:buChar char="◈"/>
              <a:defRPr/>
            </a:lvl7pPr>
            <a:lvl8pPr indent="-308609" lvl="7" marL="3657600" algn="l">
              <a:spcBef>
                <a:spcPts val="600"/>
              </a:spcBef>
              <a:spcAft>
                <a:spcPts val="0"/>
              </a:spcAft>
              <a:buSzPts val="1260"/>
              <a:buChar char="◈"/>
              <a:defRPr/>
            </a:lvl8pPr>
            <a:lvl9pPr indent="-308609" lvl="8" marL="4114800" algn="l">
              <a:spcBef>
                <a:spcPts val="600"/>
              </a:spcBef>
              <a:spcAft>
                <a:spcPts val="600"/>
              </a:spcAft>
              <a:buSzPts val="1260"/>
              <a:buChar char="◈"/>
              <a:defRPr/>
            </a:lvl9pPr>
          </a:lstStyle>
          <a:p/>
        </p:txBody>
      </p:sp>
      <p:sp>
        <p:nvSpPr>
          <p:cNvPr id="37" name="Google Shape;37;p8"/>
          <p:cNvSpPr txBox="1"/>
          <p:nvPr>
            <p:ph idx="10" type="dt"/>
          </p:nvPr>
        </p:nvSpPr>
        <p:spPr>
          <a:xfrm>
            <a:off x="7678736" y="6000749"/>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8"/>
          <p:cNvSpPr txBox="1"/>
          <p:nvPr>
            <p:ph idx="11" type="ftr"/>
          </p:nvPr>
        </p:nvSpPr>
        <p:spPr>
          <a:xfrm>
            <a:off x="913795" y="6000749"/>
            <a:ext cx="6672865"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8"/>
          <p:cNvSpPr txBox="1"/>
          <p:nvPr>
            <p:ph idx="12" type="sldNum"/>
          </p:nvPr>
        </p:nvSpPr>
        <p:spPr>
          <a:xfrm>
            <a:off x="10514011" y="6000749"/>
            <a:ext cx="75354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pic>
        <p:nvPicPr>
          <p:cNvPr descr="Slate-V2-HD-compPhotoInset.png" id="41" name="Google Shape;41;p9"/>
          <p:cNvPicPr preferRelativeResize="0"/>
          <p:nvPr/>
        </p:nvPicPr>
        <p:blipFill rotWithShape="1">
          <a:blip r:embed="rId2">
            <a:alphaModFix/>
          </a:blip>
          <a:srcRect b="0" l="0" r="0" t="0"/>
          <a:stretch/>
        </p:blipFill>
        <p:spPr>
          <a:xfrm>
            <a:off x="913795" y="1734506"/>
            <a:ext cx="5029200" cy="4099959"/>
          </a:xfrm>
          <a:prstGeom prst="rect">
            <a:avLst/>
          </a:prstGeom>
          <a:noFill/>
          <a:ln>
            <a:noFill/>
          </a:ln>
        </p:spPr>
      </p:pic>
      <p:pic>
        <p:nvPicPr>
          <p:cNvPr descr="Slate-V2-HD-compPhotoInset.png" id="42" name="Google Shape;42;p9"/>
          <p:cNvPicPr preferRelativeResize="0"/>
          <p:nvPr/>
        </p:nvPicPr>
        <p:blipFill rotWithShape="1">
          <a:blip r:embed="rId2">
            <a:alphaModFix/>
          </a:blip>
          <a:srcRect b="0" l="0" r="0" t="0"/>
          <a:stretch/>
        </p:blipFill>
        <p:spPr>
          <a:xfrm>
            <a:off x="6238357" y="1734506"/>
            <a:ext cx="5029200" cy="4099959"/>
          </a:xfrm>
          <a:prstGeom prst="rect">
            <a:avLst/>
          </a:prstGeom>
          <a:noFill/>
          <a:ln>
            <a:noFill/>
          </a:ln>
        </p:spPr>
      </p:pic>
      <p:sp>
        <p:nvSpPr>
          <p:cNvPr id="43" name="Google Shape;43;p9"/>
          <p:cNvSpPr txBox="1"/>
          <p:nvPr>
            <p:ph type="title"/>
          </p:nvPr>
        </p:nvSpPr>
        <p:spPr>
          <a:xfrm>
            <a:off x="913795" y="609600"/>
            <a:ext cx="10353762" cy="970450"/>
          </a:xfrm>
          <a:prstGeom prst="rect">
            <a:avLst/>
          </a:prstGeom>
          <a:noFill/>
          <a:ln>
            <a:noFill/>
          </a:ln>
          <a:effectLst>
            <a:outerShdw blurRad="25400">
              <a:srgbClr val="000000">
                <a:alpha val="45882"/>
              </a:srgbClr>
            </a:outerShdw>
          </a:effectLst>
        </p:spPr>
        <p:txBody>
          <a:bodyPr anchorCtr="0" anchor="ctr" bIns="45700" lIns="91425" spcFirstLastPara="1" rIns="91425" wrap="square" tIns="45700">
            <a:normAutofit/>
          </a:bodyPr>
          <a:lstStyle>
            <a:lvl1pPr lvl="0" algn="ctr">
              <a:lnSpc>
                <a:spcPct val="90000"/>
              </a:lnSpc>
              <a:spcBef>
                <a:spcPts val="0"/>
              </a:spcBef>
              <a:spcAft>
                <a:spcPts val="0"/>
              </a:spcAft>
              <a:buClr>
                <a:schemeClr val="lt2"/>
              </a:buClr>
              <a:buSzPts val="4000"/>
              <a:buFont typeface="Geo"/>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9"/>
          <p:cNvSpPr txBox="1"/>
          <p:nvPr>
            <p:ph idx="1" type="body"/>
          </p:nvPr>
        </p:nvSpPr>
        <p:spPr>
          <a:xfrm>
            <a:off x="1046013" y="1855153"/>
            <a:ext cx="4764764" cy="692494"/>
          </a:xfrm>
          <a:prstGeom prst="rect">
            <a:avLst/>
          </a:prstGeom>
          <a:noFill/>
          <a:ln>
            <a:noFill/>
          </a:ln>
          <a:effectLst>
            <a:outerShdw blurRad="25400">
              <a:srgbClr val="000000">
                <a:alpha val="45882"/>
              </a:srgbClr>
            </a:outerShdw>
          </a:effectLst>
        </p:spPr>
        <p:txBody>
          <a:bodyPr anchorCtr="0" anchor="b" bIns="45700" lIns="91425" spcFirstLastPara="1" rIns="91425" wrap="square" tIns="45700">
            <a:noAutofit/>
          </a:bodyPr>
          <a:lstStyle>
            <a:lvl1pPr indent="-228600" lvl="0" marL="457200" algn="ctr">
              <a:lnSpc>
                <a:spcPct val="110000"/>
              </a:lnSpc>
              <a:spcBef>
                <a:spcPts val="480"/>
              </a:spcBef>
              <a:spcAft>
                <a:spcPts val="0"/>
              </a:spcAft>
              <a:buSzPts val="1680"/>
              <a:buNone/>
              <a:defRPr b="0" sz="2400"/>
            </a:lvl1pPr>
            <a:lvl2pPr indent="-228600" lvl="1" marL="914400" algn="l">
              <a:lnSpc>
                <a:spcPct val="110000"/>
              </a:lnSpc>
              <a:spcBef>
                <a:spcPts val="600"/>
              </a:spcBef>
              <a:spcAft>
                <a:spcPts val="0"/>
              </a:spcAft>
              <a:buSzPts val="1400"/>
              <a:buNone/>
              <a:defRPr b="1" sz="2000"/>
            </a:lvl2pPr>
            <a:lvl3pPr indent="-228600" lvl="2" marL="1371600" algn="l">
              <a:lnSpc>
                <a:spcPct val="110000"/>
              </a:lnSpc>
              <a:spcBef>
                <a:spcPts val="600"/>
              </a:spcBef>
              <a:spcAft>
                <a:spcPts val="0"/>
              </a:spcAft>
              <a:buSzPts val="1260"/>
              <a:buNone/>
              <a:defRPr b="1" sz="1800"/>
            </a:lvl3pPr>
            <a:lvl4pPr indent="-228600" lvl="3" marL="1828800" algn="l">
              <a:lnSpc>
                <a:spcPct val="110000"/>
              </a:lnSpc>
              <a:spcBef>
                <a:spcPts val="600"/>
              </a:spcBef>
              <a:spcAft>
                <a:spcPts val="0"/>
              </a:spcAft>
              <a:buSzPts val="1120"/>
              <a:buNone/>
              <a:defRPr b="1" sz="1600"/>
            </a:lvl4pPr>
            <a:lvl5pPr indent="-228600" lvl="4" marL="2286000" algn="l">
              <a:lnSpc>
                <a:spcPct val="110000"/>
              </a:lnSpc>
              <a:spcBef>
                <a:spcPts val="600"/>
              </a:spcBef>
              <a:spcAft>
                <a:spcPts val="0"/>
              </a:spcAft>
              <a:buSzPts val="1120"/>
              <a:buNone/>
              <a:defRPr b="1" sz="1600"/>
            </a:lvl5pPr>
            <a:lvl6pPr indent="-228600" lvl="5" marL="2743200" algn="l">
              <a:spcBef>
                <a:spcPts val="600"/>
              </a:spcBef>
              <a:spcAft>
                <a:spcPts val="0"/>
              </a:spcAft>
              <a:buSzPts val="1120"/>
              <a:buNone/>
              <a:defRPr b="1" sz="1600"/>
            </a:lvl6pPr>
            <a:lvl7pPr indent="-228600" lvl="6" marL="3200400" algn="l">
              <a:spcBef>
                <a:spcPts val="600"/>
              </a:spcBef>
              <a:spcAft>
                <a:spcPts val="0"/>
              </a:spcAft>
              <a:buSzPts val="1120"/>
              <a:buNone/>
              <a:defRPr b="1" sz="1600"/>
            </a:lvl7pPr>
            <a:lvl8pPr indent="-228600" lvl="7" marL="3657600" algn="l">
              <a:spcBef>
                <a:spcPts val="600"/>
              </a:spcBef>
              <a:spcAft>
                <a:spcPts val="0"/>
              </a:spcAft>
              <a:buSzPts val="1120"/>
              <a:buNone/>
              <a:defRPr b="1" sz="1600"/>
            </a:lvl8pPr>
            <a:lvl9pPr indent="-228600" lvl="8" marL="4114800" algn="l">
              <a:spcBef>
                <a:spcPts val="600"/>
              </a:spcBef>
              <a:spcAft>
                <a:spcPts val="600"/>
              </a:spcAft>
              <a:buSzPts val="1120"/>
              <a:buNone/>
              <a:defRPr b="1" sz="1600"/>
            </a:lvl9pPr>
          </a:lstStyle>
          <a:p/>
        </p:txBody>
      </p:sp>
      <p:sp>
        <p:nvSpPr>
          <p:cNvPr id="45" name="Google Shape;45;p9"/>
          <p:cNvSpPr txBox="1"/>
          <p:nvPr>
            <p:ph idx="2" type="body"/>
          </p:nvPr>
        </p:nvSpPr>
        <p:spPr>
          <a:xfrm>
            <a:off x="1046013" y="2702103"/>
            <a:ext cx="4764764" cy="3043533"/>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lvl1pPr indent="-308610" lvl="0" marL="457200" algn="l">
              <a:lnSpc>
                <a:spcPct val="110000"/>
              </a:lnSpc>
              <a:spcBef>
                <a:spcPts val="360"/>
              </a:spcBef>
              <a:spcAft>
                <a:spcPts val="0"/>
              </a:spcAft>
              <a:buSzPts val="1260"/>
              <a:buChar char="◈"/>
              <a:defRPr sz="1800"/>
            </a:lvl1pPr>
            <a:lvl2pPr indent="-299719" lvl="1" marL="914400" algn="l">
              <a:lnSpc>
                <a:spcPct val="110000"/>
              </a:lnSpc>
              <a:spcBef>
                <a:spcPts val="600"/>
              </a:spcBef>
              <a:spcAft>
                <a:spcPts val="0"/>
              </a:spcAft>
              <a:buSzPts val="1120"/>
              <a:buChar char="🞚"/>
              <a:defRPr sz="1600"/>
            </a:lvl2pPr>
            <a:lvl3pPr indent="-290830" lvl="2" marL="1371600" algn="l">
              <a:lnSpc>
                <a:spcPct val="110000"/>
              </a:lnSpc>
              <a:spcBef>
                <a:spcPts val="600"/>
              </a:spcBef>
              <a:spcAft>
                <a:spcPts val="0"/>
              </a:spcAft>
              <a:buSzPts val="980"/>
              <a:buChar char="◈"/>
              <a:defRPr sz="1400"/>
            </a:lvl3pPr>
            <a:lvl4pPr indent="-281939" lvl="3" marL="1828800" algn="l">
              <a:lnSpc>
                <a:spcPct val="110000"/>
              </a:lnSpc>
              <a:spcBef>
                <a:spcPts val="600"/>
              </a:spcBef>
              <a:spcAft>
                <a:spcPts val="0"/>
              </a:spcAft>
              <a:buSzPts val="840"/>
              <a:buChar char="🞚"/>
              <a:defRPr sz="1200"/>
            </a:lvl4pPr>
            <a:lvl5pPr indent="-281939" lvl="4" marL="2286000" algn="l">
              <a:lnSpc>
                <a:spcPct val="110000"/>
              </a:lnSpc>
              <a:spcBef>
                <a:spcPts val="600"/>
              </a:spcBef>
              <a:spcAft>
                <a:spcPts val="0"/>
              </a:spcAft>
              <a:buSzPts val="840"/>
              <a:buChar char="◈"/>
              <a:defRPr sz="1200"/>
            </a:lvl5pPr>
            <a:lvl6pPr indent="-308610" lvl="5" marL="2743200" algn="l">
              <a:spcBef>
                <a:spcPts val="600"/>
              </a:spcBef>
              <a:spcAft>
                <a:spcPts val="0"/>
              </a:spcAft>
              <a:buSzPts val="1260"/>
              <a:buChar char="◈"/>
              <a:defRPr/>
            </a:lvl6pPr>
            <a:lvl7pPr indent="-308610" lvl="6" marL="3200400" algn="l">
              <a:spcBef>
                <a:spcPts val="600"/>
              </a:spcBef>
              <a:spcAft>
                <a:spcPts val="0"/>
              </a:spcAft>
              <a:buSzPts val="1260"/>
              <a:buChar char="◈"/>
              <a:defRPr/>
            </a:lvl7pPr>
            <a:lvl8pPr indent="-308609" lvl="7" marL="3657600" algn="l">
              <a:spcBef>
                <a:spcPts val="600"/>
              </a:spcBef>
              <a:spcAft>
                <a:spcPts val="0"/>
              </a:spcAft>
              <a:buSzPts val="1260"/>
              <a:buChar char="◈"/>
              <a:defRPr/>
            </a:lvl8pPr>
            <a:lvl9pPr indent="-308609" lvl="8" marL="4114800" algn="l">
              <a:spcBef>
                <a:spcPts val="600"/>
              </a:spcBef>
              <a:spcAft>
                <a:spcPts val="600"/>
              </a:spcAft>
              <a:buSzPts val="1260"/>
              <a:buChar char="◈"/>
              <a:defRPr/>
            </a:lvl9pPr>
          </a:lstStyle>
          <a:p/>
        </p:txBody>
      </p:sp>
      <p:sp>
        <p:nvSpPr>
          <p:cNvPr id="46" name="Google Shape;46;p9"/>
          <p:cNvSpPr txBox="1"/>
          <p:nvPr>
            <p:ph idx="3" type="body"/>
          </p:nvPr>
        </p:nvSpPr>
        <p:spPr>
          <a:xfrm>
            <a:off x="6363166" y="1855152"/>
            <a:ext cx="4779582" cy="692495"/>
          </a:xfrm>
          <a:prstGeom prst="rect">
            <a:avLst/>
          </a:prstGeom>
          <a:noFill/>
          <a:ln>
            <a:noFill/>
          </a:ln>
          <a:effectLst>
            <a:outerShdw blurRad="25400">
              <a:srgbClr val="000000">
                <a:alpha val="45882"/>
              </a:srgbClr>
            </a:outerShdw>
          </a:effectLst>
        </p:spPr>
        <p:txBody>
          <a:bodyPr anchorCtr="0" anchor="b" bIns="45700" lIns="91425" spcFirstLastPara="1" rIns="91425" wrap="square" tIns="45700">
            <a:noAutofit/>
          </a:bodyPr>
          <a:lstStyle>
            <a:lvl1pPr indent="-228600" lvl="0" marL="457200" algn="ctr">
              <a:lnSpc>
                <a:spcPct val="110000"/>
              </a:lnSpc>
              <a:spcBef>
                <a:spcPts val="480"/>
              </a:spcBef>
              <a:spcAft>
                <a:spcPts val="0"/>
              </a:spcAft>
              <a:buSzPts val="1680"/>
              <a:buNone/>
              <a:defRPr b="0" sz="2400"/>
            </a:lvl1pPr>
            <a:lvl2pPr indent="-228600" lvl="1" marL="914400" algn="l">
              <a:lnSpc>
                <a:spcPct val="110000"/>
              </a:lnSpc>
              <a:spcBef>
                <a:spcPts val="600"/>
              </a:spcBef>
              <a:spcAft>
                <a:spcPts val="0"/>
              </a:spcAft>
              <a:buSzPts val="1400"/>
              <a:buNone/>
              <a:defRPr b="1" sz="2000"/>
            </a:lvl2pPr>
            <a:lvl3pPr indent="-228600" lvl="2" marL="1371600" algn="l">
              <a:lnSpc>
                <a:spcPct val="110000"/>
              </a:lnSpc>
              <a:spcBef>
                <a:spcPts val="600"/>
              </a:spcBef>
              <a:spcAft>
                <a:spcPts val="0"/>
              </a:spcAft>
              <a:buSzPts val="1260"/>
              <a:buNone/>
              <a:defRPr b="1" sz="1800"/>
            </a:lvl3pPr>
            <a:lvl4pPr indent="-228600" lvl="3" marL="1828800" algn="l">
              <a:lnSpc>
                <a:spcPct val="110000"/>
              </a:lnSpc>
              <a:spcBef>
                <a:spcPts val="600"/>
              </a:spcBef>
              <a:spcAft>
                <a:spcPts val="0"/>
              </a:spcAft>
              <a:buSzPts val="1120"/>
              <a:buNone/>
              <a:defRPr b="1" sz="1600"/>
            </a:lvl4pPr>
            <a:lvl5pPr indent="-228600" lvl="4" marL="2286000" algn="l">
              <a:lnSpc>
                <a:spcPct val="110000"/>
              </a:lnSpc>
              <a:spcBef>
                <a:spcPts val="600"/>
              </a:spcBef>
              <a:spcAft>
                <a:spcPts val="0"/>
              </a:spcAft>
              <a:buSzPts val="1120"/>
              <a:buNone/>
              <a:defRPr b="1" sz="1600"/>
            </a:lvl5pPr>
            <a:lvl6pPr indent="-228600" lvl="5" marL="2743200" algn="l">
              <a:spcBef>
                <a:spcPts val="600"/>
              </a:spcBef>
              <a:spcAft>
                <a:spcPts val="0"/>
              </a:spcAft>
              <a:buSzPts val="1120"/>
              <a:buNone/>
              <a:defRPr b="1" sz="1600"/>
            </a:lvl6pPr>
            <a:lvl7pPr indent="-228600" lvl="6" marL="3200400" algn="l">
              <a:spcBef>
                <a:spcPts val="600"/>
              </a:spcBef>
              <a:spcAft>
                <a:spcPts val="0"/>
              </a:spcAft>
              <a:buSzPts val="1120"/>
              <a:buNone/>
              <a:defRPr b="1" sz="1600"/>
            </a:lvl7pPr>
            <a:lvl8pPr indent="-228600" lvl="7" marL="3657600" algn="l">
              <a:spcBef>
                <a:spcPts val="600"/>
              </a:spcBef>
              <a:spcAft>
                <a:spcPts val="0"/>
              </a:spcAft>
              <a:buSzPts val="1120"/>
              <a:buNone/>
              <a:defRPr b="1" sz="1600"/>
            </a:lvl8pPr>
            <a:lvl9pPr indent="-228600" lvl="8" marL="4114800" algn="l">
              <a:spcBef>
                <a:spcPts val="600"/>
              </a:spcBef>
              <a:spcAft>
                <a:spcPts val="600"/>
              </a:spcAft>
              <a:buSzPts val="1120"/>
              <a:buNone/>
              <a:defRPr b="1" sz="1600"/>
            </a:lvl9pPr>
          </a:lstStyle>
          <a:p/>
        </p:txBody>
      </p:sp>
      <p:sp>
        <p:nvSpPr>
          <p:cNvPr id="47" name="Google Shape;47;p9"/>
          <p:cNvSpPr txBox="1"/>
          <p:nvPr>
            <p:ph idx="4" type="body"/>
          </p:nvPr>
        </p:nvSpPr>
        <p:spPr>
          <a:xfrm>
            <a:off x="6363167" y="2702103"/>
            <a:ext cx="4779581" cy="3043533"/>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lvl1pPr indent="-308610" lvl="0" marL="457200" algn="l">
              <a:lnSpc>
                <a:spcPct val="110000"/>
              </a:lnSpc>
              <a:spcBef>
                <a:spcPts val="360"/>
              </a:spcBef>
              <a:spcAft>
                <a:spcPts val="0"/>
              </a:spcAft>
              <a:buSzPts val="1260"/>
              <a:buChar char="◈"/>
              <a:defRPr sz="1800"/>
            </a:lvl1pPr>
            <a:lvl2pPr indent="-299719" lvl="1" marL="914400" algn="l">
              <a:lnSpc>
                <a:spcPct val="110000"/>
              </a:lnSpc>
              <a:spcBef>
                <a:spcPts val="600"/>
              </a:spcBef>
              <a:spcAft>
                <a:spcPts val="0"/>
              </a:spcAft>
              <a:buSzPts val="1120"/>
              <a:buChar char="🞚"/>
              <a:defRPr sz="1600"/>
            </a:lvl2pPr>
            <a:lvl3pPr indent="-290830" lvl="2" marL="1371600" algn="l">
              <a:lnSpc>
                <a:spcPct val="110000"/>
              </a:lnSpc>
              <a:spcBef>
                <a:spcPts val="600"/>
              </a:spcBef>
              <a:spcAft>
                <a:spcPts val="0"/>
              </a:spcAft>
              <a:buSzPts val="980"/>
              <a:buChar char="◈"/>
              <a:defRPr sz="1400"/>
            </a:lvl3pPr>
            <a:lvl4pPr indent="-281939" lvl="3" marL="1828800" algn="l">
              <a:lnSpc>
                <a:spcPct val="110000"/>
              </a:lnSpc>
              <a:spcBef>
                <a:spcPts val="600"/>
              </a:spcBef>
              <a:spcAft>
                <a:spcPts val="0"/>
              </a:spcAft>
              <a:buSzPts val="840"/>
              <a:buChar char="🞚"/>
              <a:defRPr sz="1200"/>
            </a:lvl4pPr>
            <a:lvl5pPr indent="-281939" lvl="4" marL="2286000" algn="l">
              <a:lnSpc>
                <a:spcPct val="110000"/>
              </a:lnSpc>
              <a:spcBef>
                <a:spcPts val="600"/>
              </a:spcBef>
              <a:spcAft>
                <a:spcPts val="0"/>
              </a:spcAft>
              <a:buSzPts val="840"/>
              <a:buChar char="◈"/>
              <a:defRPr sz="1200"/>
            </a:lvl5pPr>
            <a:lvl6pPr indent="-308610" lvl="5" marL="2743200" algn="l">
              <a:spcBef>
                <a:spcPts val="600"/>
              </a:spcBef>
              <a:spcAft>
                <a:spcPts val="0"/>
              </a:spcAft>
              <a:buSzPts val="1260"/>
              <a:buChar char="◈"/>
              <a:defRPr/>
            </a:lvl6pPr>
            <a:lvl7pPr indent="-308610" lvl="6" marL="3200400" algn="l">
              <a:spcBef>
                <a:spcPts val="600"/>
              </a:spcBef>
              <a:spcAft>
                <a:spcPts val="0"/>
              </a:spcAft>
              <a:buSzPts val="1260"/>
              <a:buChar char="◈"/>
              <a:defRPr/>
            </a:lvl7pPr>
            <a:lvl8pPr indent="-308609" lvl="7" marL="3657600" algn="l">
              <a:spcBef>
                <a:spcPts val="600"/>
              </a:spcBef>
              <a:spcAft>
                <a:spcPts val="0"/>
              </a:spcAft>
              <a:buSzPts val="1260"/>
              <a:buChar char="◈"/>
              <a:defRPr/>
            </a:lvl8pPr>
            <a:lvl9pPr indent="-308609" lvl="8" marL="4114800" algn="l">
              <a:spcBef>
                <a:spcPts val="600"/>
              </a:spcBef>
              <a:spcAft>
                <a:spcPts val="600"/>
              </a:spcAft>
              <a:buSzPts val="1260"/>
              <a:buChar char="◈"/>
              <a:defRPr/>
            </a:lvl9pPr>
          </a:lstStyle>
          <a:p/>
        </p:txBody>
      </p:sp>
      <p:sp>
        <p:nvSpPr>
          <p:cNvPr id="48" name="Google Shape;48;p9"/>
          <p:cNvSpPr txBox="1"/>
          <p:nvPr>
            <p:ph idx="10" type="dt"/>
          </p:nvPr>
        </p:nvSpPr>
        <p:spPr>
          <a:xfrm>
            <a:off x="7678736" y="6000749"/>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9"/>
          <p:cNvSpPr txBox="1"/>
          <p:nvPr>
            <p:ph idx="11" type="ftr"/>
          </p:nvPr>
        </p:nvSpPr>
        <p:spPr>
          <a:xfrm>
            <a:off x="913795" y="6000749"/>
            <a:ext cx="6672865"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0" name="Google Shape;50;p9"/>
          <p:cNvSpPr txBox="1"/>
          <p:nvPr>
            <p:ph idx="12" type="sldNum"/>
          </p:nvPr>
        </p:nvSpPr>
        <p:spPr>
          <a:xfrm>
            <a:off x="10514011" y="6000749"/>
            <a:ext cx="75354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1" name="Shape 51"/>
        <p:cNvGrpSpPr/>
        <p:nvPr/>
      </p:nvGrpSpPr>
      <p:grpSpPr>
        <a:xfrm>
          <a:off x="0" y="0"/>
          <a:ext cx="0" cy="0"/>
          <a:chOff x="0" y="0"/>
          <a:chExt cx="0" cy="0"/>
        </a:xfrm>
      </p:grpSpPr>
      <p:sp>
        <p:nvSpPr>
          <p:cNvPr id="52" name="Google Shape;52;p10"/>
          <p:cNvSpPr txBox="1"/>
          <p:nvPr>
            <p:ph type="title"/>
          </p:nvPr>
        </p:nvSpPr>
        <p:spPr>
          <a:xfrm>
            <a:off x="913795" y="609600"/>
            <a:ext cx="10353762" cy="1257300"/>
          </a:xfrm>
          <a:prstGeom prst="rect">
            <a:avLst/>
          </a:prstGeom>
          <a:noFill/>
          <a:ln>
            <a:noFill/>
          </a:ln>
          <a:effectLst>
            <a:outerShdw blurRad="25400">
              <a:srgbClr val="000000">
                <a:alpha val="45882"/>
              </a:srgbClr>
            </a:outerShdw>
          </a:effectLst>
        </p:spPr>
        <p:txBody>
          <a:bodyPr anchorCtr="0" anchor="ctr" bIns="45700" lIns="91425" spcFirstLastPara="1" rIns="91425" wrap="square" tIns="45700">
            <a:normAutofit/>
          </a:bodyPr>
          <a:lstStyle>
            <a:lvl1pPr lvl="0" algn="ctr">
              <a:lnSpc>
                <a:spcPct val="90000"/>
              </a:lnSpc>
              <a:spcBef>
                <a:spcPts val="0"/>
              </a:spcBef>
              <a:spcAft>
                <a:spcPts val="0"/>
              </a:spcAft>
              <a:buClr>
                <a:schemeClr val="lt2"/>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10"/>
          <p:cNvSpPr txBox="1"/>
          <p:nvPr>
            <p:ph idx="10" type="dt"/>
          </p:nvPr>
        </p:nvSpPr>
        <p:spPr>
          <a:xfrm>
            <a:off x="7678736" y="6000749"/>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10"/>
          <p:cNvSpPr txBox="1"/>
          <p:nvPr>
            <p:ph idx="11" type="ftr"/>
          </p:nvPr>
        </p:nvSpPr>
        <p:spPr>
          <a:xfrm>
            <a:off x="913795" y="6000749"/>
            <a:ext cx="6672865"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5" name="Google Shape;55;p10"/>
          <p:cNvSpPr txBox="1"/>
          <p:nvPr>
            <p:ph idx="12" type="sldNum"/>
          </p:nvPr>
        </p:nvSpPr>
        <p:spPr>
          <a:xfrm>
            <a:off x="10514011" y="6000749"/>
            <a:ext cx="75354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6" name="Shape 56"/>
        <p:cNvGrpSpPr/>
        <p:nvPr/>
      </p:nvGrpSpPr>
      <p:grpSpPr>
        <a:xfrm>
          <a:off x="0" y="0"/>
          <a:ext cx="0" cy="0"/>
          <a:chOff x="0" y="0"/>
          <a:chExt cx="0" cy="0"/>
        </a:xfrm>
      </p:grpSpPr>
      <p:sp>
        <p:nvSpPr>
          <p:cNvPr id="57" name="Google Shape;57;p11"/>
          <p:cNvSpPr txBox="1"/>
          <p:nvPr>
            <p:ph idx="10" type="dt"/>
          </p:nvPr>
        </p:nvSpPr>
        <p:spPr>
          <a:xfrm>
            <a:off x="7678736" y="6000749"/>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 name="Google Shape;58;p11"/>
          <p:cNvSpPr txBox="1"/>
          <p:nvPr>
            <p:ph idx="11" type="ftr"/>
          </p:nvPr>
        </p:nvSpPr>
        <p:spPr>
          <a:xfrm>
            <a:off x="913795" y="6000749"/>
            <a:ext cx="6672865"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11"/>
          <p:cNvSpPr txBox="1"/>
          <p:nvPr>
            <p:ph idx="12" type="sldNum"/>
          </p:nvPr>
        </p:nvSpPr>
        <p:spPr>
          <a:xfrm>
            <a:off x="10514011" y="6000749"/>
            <a:ext cx="75354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0" name="Shape 60"/>
        <p:cNvGrpSpPr/>
        <p:nvPr/>
      </p:nvGrpSpPr>
      <p:grpSpPr>
        <a:xfrm>
          <a:off x="0" y="0"/>
          <a:ext cx="0" cy="0"/>
          <a:chOff x="0" y="0"/>
          <a:chExt cx="0" cy="0"/>
        </a:xfrm>
      </p:grpSpPr>
      <p:sp>
        <p:nvSpPr>
          <p:cNvPr id="61" name="Google Shape;61;p12"/>
          <p:cNvSpPr txBox="1"/>
          <p:nvPr>
            <p:ph type="title"/>
          </p:nvPr>
        </p:nvSpPr>
        <p:spPr>
          <a:xfrm>
            <a:off x="913795" y="609600"/>
            <a:ext cx="3706889" cy="1821918"/>
          </a:xfrm>
          <a:prstGeom prst="rect">
            <a:avLst/>
          </a:prstGeom>
          <a:noFill/>
          <a:ln>
            <a:noFill/>
          </a:ln>
          <a:effectLst>
            <a:outerShdw blurRad="25400">
              <a:srgbClr val="000000">
                <a:alpha val="45882"/>
              </a:srgbClr>
            </a:outerShdw>
          </a:effectLst>
        </p:spPr>
        <p:txBody>
          <a:bodyPr anchorCtr="0" anchor="b" bIns="45700" lIns="91425" spcFirstLastPara="1" rIns="91425" wrap="square" tIns="45700">
            <a:normAutofit/>
          </a:bodyPr>
          <a:lstStyle>
            <a:lvl1pPr lvl="0" algn="ctr">
              <a:lnSpc>
                <a:spcPct val="90000"/>
              </a:lnSpc>
              <a:spcBef>
                <a:spcPts val="0"/>
              </a:spcBef>
              <a:spcAft>
                <a:spcPts val="0"/>
              </a:spcAft>
              <a:buClr>
                <a:schemeClr val="lt2"/>
              </a:buClr>
              <a:buSzPts val="2800"/>
              <a:buFont typeface="Geo"/>
              <a:buNone/>
              <a:defRPr b="0" sz="28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2" name="Google Shape;62;p12"/>
          <p:cNvSpPr txBox="1"/>
          <p:nvPr>
            <p:ph idx="1" type="body"/>
          </p:nvPr>
        </p:nvSpPr>
        <p:spPr>
          <a:xfrm>
            <a:off x="4855633" y="609600"/>
            <a:ext cx="6411924" cy="5080001"/>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lvl1pPr indent="-308610" lvl="0" marL="457200" algn="l">
              <a:lnSpc>
                <a:spcPct val="110000"/>
              </a:lnSpc>
              <a:spcBef>
                <a:spcPts val="360"/>
              </a:spcBef>
              <a:spcAft>
                <a:spcPts val="0"/>
              </a:spcAft>
              <a:buSzPts val="1260"/>
              <a:buChar char="◈"/>
              <a:defRPr/>
            </a:lvl1pPr>
            <a:lvl2pPr indent="-308610" lvl="1" marL="914400" algn="l">
              <a:lnSpc>
                <a:spcPct val="110000"/>
              </a:lnSpc>
              <a:spcBef>
                <a:spcPts val="600"/>
              </a:spcBef>
              <a:spcAft>
                <a:spcPts val="0"/>
              </a:spcAft>
              <a:buSzPts val="1260"/>
              <a:buChar char="🞚"/>
              <a:defRPr/>
            </a:lvl2pPr>
            <a:lvl3pPr indent="-308610" lvl="2" marL="1371600" algn="l">
              <a:lnSpc>
                <a:spcPct val="110000"/>
              </a:lnSpc>
              <a:spcBef>
                <a:spcPts val="600"/>
              </a:spcBef>
              <a:spcAft>
                <a:spcPts val="0"/>
              </a:spcAft>
              <a:buSzPts val="1260"/>
              <a:buChar char="◈"/>
              <a:defRPr/>
            </a:lvl3pPr>
            <a:lvl4pPr indent="-308610" lvl="3" marL="1828800" algn="l">
              <a:lnSpc>
                <a:spcPct val="110000"/>
              </a:lnSpc>
              <a:spcBef>
                <a:spcPts val="600"/>
              </a:spcBef>
              <a:spcAft>
                <a:spcPts val="0"/>
              </a:spcAft>
              <a:buSzPts val="1260"/>
              <a:buChar char="🞚"/>
              <a:defRPr/>
            </a:lvl4pPr>
            <a:lvl5pPr indent="-308610" lvl="4" marL="2286000" algn="l">
              <a:lnSpc>
                <a:spcPct val="110000"/>
              </a:lnSpc>
              <a:spcBef>
                <a:spcPts val="600"/>
              </a:spcBef>
              <a:spcAft>
                <a:spcPts val="0"/>
              </a:spcAft>
              <a:buSzPts val="1260"/>
              <a:buChar char="◈"/>
              <a:defRPr/>
            </a:lvl5pPr>
            <a:lvl6pPr indent="-308610" lvl="5" marL="2743200" algn="l">
              <a:spcBef>
                <a:spcPts val="600"/>
              </a:spcBef>
              <a:spcAft>
                <a:spcPts val="0"/>
              </a:spcAft>
              <a:buSzPts val="1260"/>
              <a:buChar char="◈"/>
              <a:defRPr/>
            </a:lvl6pPr>
            <a:lvl7pPr indent="-308610" lvl="6" marL="3200400" algn="l">
              <a:spcBef>
                <a:spcPts val="600"/>
              </a:spcBef>
              <a:spcAft>
                <a:spcPts val="0"/>
              </a:spcAft>
              <a:buSzPts val="1260"/>
              <a:buChar char="◈"/>
              <a:defRPr/>
            </a:lvl7pPr>
            <a:lvl8pPr indent="-308609" lvl="7" marL="3657600" algn="l">
              <a:spcBef>
                <a:spcPts val="600"/>
              </a:spcBef>
              <a:spcAft>
                <a:spcPts val="0"/>
              </a:spcAft>
              <a:buSzPts val="1260"/>
              <a:buChar char="◈"/>
              <a:defRPr/>
            </a:lvl8pPr>
            <a:lvl9pPr indent="-308609" lvl="8" marL="4114800" algn="l">
              <a:spcBef>
                <a:spcPts val="600"/>
              </a:spcBef>
              <a:spcAft>
                <a:spcPts val="600"/>
              </a:spcAft>
              <a:buSzPts val="1260"/>
              <a:buChar char="◈"/>
              <a:defRPr/>
            </a:lvl9pPr>
          </a:lstStyle>
          <a:p/>
        </p:txBody>
      </p:sp>
      <p:sp>
        <p:nvSpPr>
          <p:cNvPr id="63" name="Google Shape;63;p12"/>
          <p:cNvSpPr txBox="1"/>
          <p:nvPr>
            <p:ph idx="2" type="body"/>
          </p:nvPr>
        </p:nvSpPr>
        <p:spPr>
          <a:xfrm>
            <a:off x="913795" y="2673351"/>
            <a:ext cx="3706889" cy="3016250"/>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lvl1pPr indent="-228600" lvl="0" marL="457200" algn="ctr">
              <a:lnSpc>
                <a:spcPct val="110000"/>
              </a:lnSpc>
              <a:spcBef>
                <a:spcPts val="320"/>
              </a:spcBef>
              <a:spcAft>
                <a:spcPts val="0"/>
              </a:spcAft>
              <a:buSzPts val="1120"/>
              <a:buNone/>
              <a:defRPr sz="1600"/>
            </a:lvl1pPr>
            <a:lvl2pPr indent="-228600" lvl="1" marL="914400" algn="l">
              <a:lnSpc>
                <a:spcPct val="110000"/>
              </a:lnSpc>
              <a:spcBef>
                <a:spcPts val="600"/>
              </a:spcBef>
              <a:spcAft>
                <a:spcPts val="0"/>
              </a:spcAft>
              <a:buSzPts val="840"/>
              <a:buNone/>
              <a:defRPr sz="1200"/>
            </a:lvl2pPr>
            <a:lvl3pPr indent="-228600" lvl="2" marL="1371600" algn="l">
              <a:lnSpc>
                <a:spcPct val="110000"/>
              </a:lnSpc>
              <a:spcBef>
                <a:spcPts val="600"/>
              </a:spcBef>
              <a:spcAft>
                <a:spcPts val="0"/>
              </a:spcAft>
              <a:buSzPts val="700"/>
              <a:buNone/>
              <a:defRPr sz="1000"/>
            </a:lvl3pPr>
            <a:lvl4pPr indent="-228600" lvl="3" marL="1828800" algn="l">
              <a:lnSpc>
                <a:spcPct val="110000"/>
              </a:lnSpc>
              <a:spcBef>
                <a:spcPts val="600"/>
              </a:spcBef>
              <a:spcAft>
                <a:spcPts val="0"/>
              </a:spcAft>
              <a:buSzPts val="630"/>
              <a:buNone/>
              <a:defRPr sz="900"/>
            </a:lvl4pPr>
            <a:lvl5pPr indent="-228600" lvl="4" marL="2286000" algn="l">
              <a:lnSpc>
                <a:spcPct val="110000"/>
              </a:lnSpc>
              <a:spcBef>
                <a:spcPts val="600"/>
              </a:spcBef>
              <a:spcAft>
                <a:spcPts val="0"/>
              </a:spcAft>
              <a:buSzPts val="630"/>
              <a:buNone/>
              <a:defRPr sz="900"/>
            </a:lvl5pPr>
            <a:lvl6pPr indent="-228600" lvl="5" marL="2743200" algn="l">
              <a:spcBef>
                <a:spcPts val="600"/>
              </a:spcBef>
              <a:spcAft>
                <a:spcPts val="0"/>
              </a:spcAft>
              <a:buSzPts val="630"/>
              <a:buNone/>
              <a:defRPr sz="900"/>
            </a:lvl6pPr>
            <a:lvl7pPr indent="-228600" lvl="6" marL="3200400" algn="l">
              <a:spcBef>
                <a:spcPts val="600"/>
              </a:spcBef>
              <a:spcAft>
                <a:spcPts val="0"/>
              </a:spcAft>
              <a:buSzPts val="630"/>
              <a:buNone/>
              <a:defRPr sz="900"/>
            </a:lvl7pPr>
            <a:lvl8pPr indent="-228600" lvl="7" marL="3657600" algn="l">
              <a:spcBef>
                <a:spcPts val="600"/>
              </a:spcBef>
              <a:spcAft>
                <a:spcPts val="0"/>
              </a:spcAft>
              <a:buSzPts val="630"/>
              <a:buNone/>
              <a:defRPr sz="900"/>
            </a:lvl8pPr>
            <a:lvl9pPr indent="-228600" lvl="8" marL="4114800" algn="l">
              <a:spcBef>
                <a:spcPts val="600"/>
              </a:spcBef>
              <a:spcAft>
                <a:spcPts val="600"/>
              </a:spcAft>
              <a:buSzPts val="630"/>
              <a:buNone/>
              <a:defRPr sz="900"/>
            </a:lvl9pPr>
          </a:lstStyle>
          <a:p/>
        </p:txBody>
      </p:sp>
      <p:sp>
        <p:nvSpPr>
          <p:cNvPr id="64" name="Google Shape;64;p12"/>
          <p:cNvSpPr txBox="1"/>
          <p:nvPr>
            <p:ph idx="10" type="dt"/>
          </p:nvPr>
        </p:nvSpPr>
        <p:spPr>
          <a:xfrm>
            <a:off x="7678736" y="6000749"/>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5" name="Google Shape;65;p12"/>
          <p:cNvSpPr txBox="1"/>
          <p:nvPr>
            <p:ph idx="11" type="ftr"/>
          </p:nvPr>
        </p:nvSpPr>
        <p:spPr>
          <a:xfrm>
            <a:off x="913795" y="6000749"/>
            <a:ext cx="6672865"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2"/>
          <p:cNvSpPr txBox="1"/>
          <p:nvPr>
            <p:ph idx="12" type="sldNum"/>
          </p:nvPr>
        </p:nvSpPr>
        <p:spPr>
          <a:xfrm>
            <a:off x="10514011" y="6000749"/>
            <a:ext cx="75354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7" name="Shape 67"/>
        <p:cNvGrpSpPr/>
        <p:nvPr/>
      </p:nvGrpSpPr>
      <p:grpSpPr>
        <a:xfrm>
          <a:off x="0" y="0"/>
          <a:ext cx="0" cy="0"/>
          <a:chOff x="0" y="0"/>
          <a:chExt cx="0" cy="0"/>
        </a:xfrm>
      </p:grpSpPr>
      <p:pic>
        <p:nvPicPr>
          <p:cNvPr descr="Slate-V2-HD-vertPhotoInset.png" id="68" name="Google Shape;68;p13"/>
          <p:cNvPicPr preferRelativeResize="0"/>
          <p:nvPr/>
        </p:nvPicPr>
        <p:blipFill rotWithShape="1">
          <a:blip r:embed="rId2">
            <a:alphaModFix/>
          </a:blip>
          <a:srcRect b="0" l="0" r="0" t="0"/>
          <a:stretch/>
        </p:blipFill>
        <p:spPr>
          <a:xfrm>
            <a:off x="7293665" y="609600"/>
            <a:ext cx="3584166" cy="5204832"/>
          </a:xfrm>
          <a:prstGeom prst="rect">
            <a:avLst/>
          </a:prstGeom>
          <a:noFill/>
          <a:ln>
            <a:noFill/>
          </a:ln>
        </p:spPr>
      </p:pic>
      <p:sp>
        <p:nvSpPr>
          <p:cNvPr id="69" name="Google Shape;69;p13"/>
          <p:cNvSpPr txBox="1"/>
          <p:nvPr>
            <p:ph type="title"/>
          </p:nvPr>
        </p:nvSpPr>
        <p:spPr>
          <a:xfrm>
            <a:off x="913795" y="763701"/>
            <a:ext cx="5707899" cy="1675559"/>
          </a:xfrm>
          <a:prstGeom prst="rect">
            <a:avLst/>
          </a:prstGeom>
          <a:noFill/>
          <a:ln>
            <a:noFill/>
          </a:ln>
          <a:effectLst>
            <a:outerShdw blurRad="25400">
              <a:srgbClr val="000000">
                <a:alpha val="45882"/>
              </a:srgbClr>
            </a:outerShdw>
          </a:effectLst>
        </p:spPr>
        <p:txBody>
          <a:bodyPr anchorCtr="0" anchor="b" bIns="45700" lIns="91425" spcFirstLastPara="1" rIns="91425" wrap="square" tIns="45700">
            <a:noAutofit/>
          </a:bodyPr>
          <a:lstStyle>
            <a:lvl1pPr lvl="0" algn="ctr">
              <a:lnSpc>
                <a:spcPct val="90000"/>
              </a:lnSpc>
              <a:spcBef>
                <a:spcPts val="0"/>
              </a:spcBef>
              <a:spcAft>
                <a:spcPts val="0"/>
              </a:spcAft>
              <a:buClr>
                <a:schemeClr val="lt2"/>
              </a:buClr>
              <a:buSzPts val="3200"/>
              <a:buFont typeface="Geo"/>
              <a:buNone/>
              <a:defRPr b="0" sz="32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13"/>
          <p:cNvSpPr/>
          <p:nvPr>
            <p:ph idx="2" type="pic"/>
          </p:nvPr>
        </p:nvSpPr>
        <p:spPr>
          <a:xfrm>
            <a:off x="7442551" y="763702"/>
            <a:ext cx="3275751" cy="4912822"/>
          </a:xfrm>
          <a:prstGeom prst="rect">
            <a:avLst/>
          </a:prstGeom>
          <a:noFill/>
          <a:ln>
            <a:noFill/>
          </a:ln>
          <a:effectLst>
            <a:outerShdw blurRad="38100" dir="4440000" dist="25400">
              <a:srgbClr val="000000">
                <a:alpha val="35686"/>
              </a:srgbClr>
            </a:outerShdw>
          </a:effectLst>
        </p:spPr>
        <p:txBody>
          <a:bodyPr anchorCtr="0" anchor="t" bIns="45700" lIns="91425" spcFirstLastPara="1" rIns="91425" wrap="square" tIns="45700">
            <a:normAutofit/>
          </a:bodyPr>
          <a:lstStyle>
            <a:lvl1pPr lvl="0" marR="0" rtl="0" algn="ctr">
              <a:lnSpc>
                <a:spcPct val="110000"/>
              </a:lnSpc>
              <a:spcBef>
                <a:spcPts val="320"/>
              </a:spcBef>
              <a:spcAft>
                <a:spcPts val="0"/>
              </a:spcAft>
              <a:buClr>
                <a:schemeClr val="lt2"/>
              </a:buClr>
              <a:buSzPts val="1120"/>
              <a:buFont typeface="Noto Sans Symbols"/>
              <a:buNone/>
              <a:defRPr b="0" i="0" sz="1600" u="none" cap="none" strike="noStrike">
                <a:solidFill>
                  <a:schemeClr val="lt2"/>
                </a:solidFill>
                <a:latin typeface="Arial"/>
                <a:ea typeface="Arial"/>
                <a:cs typeface="Arial"/>
                <a:sym typeface="Arial"/>
              </a:defRPr>
            </a:lvl1pPr>
            <a:lvl2pPr lvl="1" marR="0" rtl="0" algn="l">
              <a:lnSpc>
                <a:spcPct val="110000"/>
              </a:lnSpc>
              <a:spcBef>
                <a:spcPts val="600"/>
              </a:spcBef>
              <a:spcAft>
                <a:spcPts val="0"/>
              </a:spcAft>
              <a:buClr>
                <a:schemeClr val="lt2"/>
              </a:buClr>
              <a:buSzPts val="1120"/>
              <a:buFont typeface="Noto Sans Symbols"/>
              <a:buNone/>
              <a:defRPr b="0" i="0" sz="1600" u="none" cap="none" strike="noStrike">
                <a:solidFill>
                  <a:schemeClr val="lt2"/>
                </a:solidFill>
                <a:latin typeface="Arial"/>
                <a:ea typeface="Arial"/>
                <a:cs typeface="Arial"/>
                <a:sym typeface="Arial"/>
              </a:defRPr>
            </a:lvl2pPr>
            <a:lvl3pPr lvl="2" marR="0" rtl="0" algn="l">
              <a:lnSpc>
                <a:spcPct val="110000"/>
              </a:lnSpc>
              <a:spcBef>
                <a:spcPts val="600"/>
              </a:spcBef>
              <a:spcAft>
                <a:spcPts val="0"/>
              </a:spcAft>
              <a:buClr>
                <a:schemeClr val="lt2"/>
              </a:buClr>
              <a:buSzPts val="1120"/>
              <a:buFont typeface="Noto Sans Symbols"/>
              <a:buNone/>
              <a:defRPr b="0" i="0" sz="1600" u="none" cap="none" strike="noStrike">
                <a:solidFill>
                  <a:schemeClr val="lt2"/>
                </a:solidFill>
                <a:latin typeface="Arial"/>
                <a:ea typeface="Arial"/>
                <a:cs typeface="Arial"/>
                <a:sym typeface="Arial"/>
              </a:defRPr>
            </a:lvl3pPr>
            <a:lvl4pPr lvl="3" marR="0" rtl="0" algn="l">
              <a:lnSpc>
                <a:spcPct val="110000"/>
              </a:lnSpc>
              <a:spcBef>
                <a:spcPts val="600"/>
              </a:spcBef>
              <a:spcAft>
                <a:spcPts val="0"/>
              </a:spcAft>
              <a:buClr>
                <a:schemeClr val="lt2"/>
              </a:buClr>
              <a:buSzPts val="1120"/>
              <a:buFont typeface="Noto Sans Symbols"/>
              <a:buNone/>
              <a:defRPr b="0" i="0" sz="1600" u="none" cap="none" strike="noStrike">
                <a:solidFill>
                  <a:schemeClr val="lt2"/>
                </a:solidFill>
                <a:latin typeface="Arial"/>
                <a:ea typeface="Arial"/>
                <a:cs typeface="Arial"/>
                <a:sym typeface="Arial"/>
              </a:defRPr>
            </a:lvl4pPr>
            <a:lvl5pPr lvl="4" marR="0" rtl="0" algn="l">
              <a:lnSpc>
                <a:spcPct val="110000"/>
              </a:lnSpc>
              <a:spcBef>
                <a:spcPts val="600"/>
              </a:spcBef>
              <a:spcAft>
                <a:spcPts val="0"/>
              </a:spcAft>
              <a:buClr>
                <a:schemeClr val="lt2"/>
              </a:buClr>
              <a:buSzPts val="1120"/>
              <a:buFont typeface="Noto Sans Symbols"/>
              <a:buNone/>
              <a:defRPr b="0" i="0" sz="1600" u="none" cap="none" strike="noStrike">
                <a:solidFill>
                  <a:schemeClr val="lt2"/>
                </a:solidFill>
                <a:latin typeface="Arial"/>
                <a:ea typeface="Arial"/>
                <a:cs typeface="Arial"/>
                <a:sym typeface="Arial"/>
              </a:defRPr>
            </a:lvl5pPr>
            <a:lvl6pPr lvl="5" marR="0" rtl="0" algn="l">
              <a:spcBef>
                <a:spcPts val="600"/>
              </a:spcBef>
              <a:spcAft>
                <a:spcPts val="0"/>
              </a:spcAft>
              <a:buClr>
                <a:schemeClr val="lt2"/>
              </a:buClr>
              <a:buSzPts val="1120"/>
              <a:buFont typeface="Noto Sans Symbols"/>
              <a:buNone/>
              <a:defRPr b="0" i="0" sz="1600" u="none" cap="none" strike="noStrike">
                <a:solidFill>
                  <a:schemeClr val="lt2"/>
                </a:solidFill>
                <a:latin typeface="Arial"/>
                <a:ea typeface="Arial"/>
                <a:cs typeface="Arial"/>
                <a:sym typeface="Arial"/>
              </a:defRPr>
            </a:lvl6pPr>
            <a:lvl7pPr lvl="6" marR="0" rtl="0" algn="l">
              <a:spcBef>
                <a:spcPts val="600"/>
              </a:spcBef>
              <a:spcAft>
                <a:spcPts val="0"/>
              </a:spcAft>
              <a:buClr>
                <a:schemeClr val="lt2"/>
              </a:buClr>
              <a:buSzPts val="1120"/>
              <a:buFont typeface="Noto Sans Symbols"/>
              <a:buNone/>
              <a:defRPr b="0" i="0" sz="1600" u="none" cap="none" strike="noStrike">
                <a:solidFill>
                  <a:schemeClr val="lt2"/>
                </a:solidFill>
                <a:latin typeface="Arial"/>
                <a:ea typeface="Arial"/>
                <a:cs typeface="Arial"/>
                <a:sym typeface="Arial"/>
              </a:defRPr>
            </a:lvl7pPr>
            <a:lvl8pPr lvl="7" marR="0" rtl="0" algn="l">
              <a:spcBef>
                <a:spcPts val="600"/>
              </a:spcBef>
              <a:spcAft>
                <a:spcPts val="0"/>
              </a:spcAft>
              <a:buClr>
                <a:schemeClr val="lt2"/>
              </a:buClr>
              <a:buSzPts val="1120"/>
              <a:buFont typeface="Noto Sans Symbols"/>
              <a:buNone/>
              <a:defRPr b="0" i="0" sz="1600" u="none" cap="none" strike="noStrike">
                <a:solidFill>
                  <a:schemeClr val="lt2"/>
                </a:solidFill>
                <a:latin typeface="Arial"/>
                <a:ea typeface="Arial"/>
                <a:cs typeface="Arial"/>
                <a:sym typeface="Arial"/>
              </a:defRPr>
            </a:lvl8pPr>
            <a:lvl9pPr lvl="8" marR="0" rtl="0" algn="l">
              <a:spcBef>
                <a:spcPts val="600"/>
              </a:spcBef>
              <a:spcAft>
                <a:spcPts val="600"/>
              </a:spcAft>
              <a:buClr>
                <a:schemeClr val="lt2"/>
              </a:buClr>
              <a:buSzPts val="1120"/>
              <a:buFont typeface="Noto Sans Symbols"/>
              <a:buNone/>
              <a:defRPr b="0" i="0" sz="1600" u="none" cap="none" strike="noStrike">
                <a:solidFill>
                  <a:schemeClr val="lt2"/>
                </a:solidFill>
                <a:latin typeface="Arial"/>
                <a:ea typeface="Arial"/>
                <a:cs typeface="Arial"/>
                <a:sym typeface="Arial"/>
              </a:defRPr>
            </a:lvl9pPr>
          </a:lstStyle>
          <a:p/>
        </p:txBody>
      </p:sp>
      <p:sp>
        <p:nvSpPr>
          <p:cNvPr id="71" name="Google Shape;71;p13"/>
          <p:cNvSpPr txBox="1"/>
          <p:nvPr>
            <p:ph idx="1" type="body"/>
          </p:nvPr>
        </p:nvSpPr>
        <p:spPr>
          <a:xfrm>
            <a:off x="1473698" y="2679699"/>
            <a:ext cx="4588094" cy="3135695"/>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lvl1pPr indent="-228600" lvl="0" marL="457200" algn="ctr">
              <a:lnSpc>
                <a:spcPct val="110000"/>
              </a:lnSpc>
              <a:spcBef>
                <a:spcPts val="320"/>
              </a:spcBef>
              <a:spcAft>
                <a:spcPts val="0"/>
              </a:spcAft>
              <a:buSzPts val="1120"/>
              <a:buNone/>
              <a:defRPr sz="1600"/>
            </a:lvl1pPr>
            <a:lvl2pPr indent="-228600" lvl="1" marL="914400" algn="l">
              <a:lnSpc>
                <a:spcPct val="110000"/>
              </a:lnSpc>
              <a:spcBef>
                <a:spcPts val="600"/>
              </a:spcBef>
              <a:spcAft>
                <a:spcPts val="0"/>
              </a:spcAft>
              <a:buSzPts val="840"/>
              <a:buNone/>
              <a:defRPr sz="1200"/>
            </a:lvl2pPr>
            <a:lvl3pPr indent="-228600" lvl="2" marL="1371600" algn="l">
              <a:lnSpc>
                <a:spcPct val="110000"/>
              </a:lnSpc>
              <a:spcBef>
                <a:spcPts val="600"/>
              </a:spcBef>
              <a:spcAft>
                <a:spcPts val="0"/>
              </a:spcAft>
              <a:buSzPts val="700"/>
              <a:buNone/>
              <a:defRPr sz="1000"/>
            </a:lvl3pPr>
            <a:lvl4pPr indent="-228600" lvl="3" marL="1828800" algn="l">
              <a:lnSpc>
                <a:spcPct val="110000"/>
              </a:lnSpc>
              <a:spcBef>
                <a:spcPts val="600"/>
              </a:spcBef>
              <a:spcAft>
                <a:spcPts val="0"/>
              </a:spcAft>
              <a:buSzPts val="630"/>
              <a:buNone/>
              <a:defRPr sz="900"/>
            </a:lvl4pPr>
            <a:lvl5pPr indent="-228600" lvl="4" marL="2286000" algn="l">
              <a:lnSpc>
                <a:spcPct val="110000"/>
              </a:lnSpc>
              <a:spcBef>
                <a:spcPts val="600"/>
              </a:spcBef>
              <a:spcAft>
                <a:spcPts val="0"/>
              </a:spcAft>
              <a:buSzPts val="630"/>
              <a:buNone/>
              <a:defRPr sz="900"/>
            </a:lvl5pPr>
            <a:lvl6pPr indent="-228600" lvl="5" marL="2743200" algn="l">
              <a:spcBef>
                <a:spcPts val="600"/>
              </a:spcBef>
              <a:spcAft>
                <a:spcPts val="0"/>
              </a:spcAft>
              <a:buSzPts val="630"/>
              <a:buNone/>
              <a:defRPr sz="900"/>
            </a:lvl6pPr>
            <a:lvl7pPr indent="-228600" lvl="6" marL="3200400" algn="l">
              <a:spcBef>
                <a:spcPts val="600"/>
              </a:spcBef>
              <a:spcAft>
                <a:spcPts val="0"/>
              </a:spcAft>
              <a:buSzPts val="630"/>
              <a:buNone/>
              <a:defRPr sz="900"/>
            </a:lvl7pPr>
            <a:lvl8pPr indent="-228600" lvl="7" marL="3657600" algn="l">
              <a:spcBef>
                <a:spcPts val="600"/>
              </a:spcBef>
              <a:spcAft>
                <a:spcPts val="0"/>
              </a:spcAft>
              <a:buSzPts val="630"/>
              <a:buNone/>
              <a:defRPr sz="900"/>
            </a:lvl8pPr>
            <a:lvl9pPr indent="-228600" lvl="8" marL="4114800" algn="l">
              <a:spcBef>
                <a:spcPts val="600"/>
              </a:spcBef>
              <a:spcAft>
                <a:spcPts val="600"/>
              </a:spcAft>
              <a:buSzPts val="630"/>
              <a:buNone/>
              <a:defRPr sz="900"/>
            </a:lvl9pPr>
          </a:lstStyle>
          <a:p/>
        </p:txBody>
      </p:sp>
      <p:sp>
        <p:nvSpPr>
          <p:cNvPr id="72" name="Google Shape;72;p13"/>
          <p:cNvSpPr txBox="1"/>
          <p:nvPr>
            <p:ph idx="10" type="dt"/>
          </p:nvPr>
        </p:nvSpPr>
        <p:spPr>
          <a:xfrm>
            <a:off x="7678736" y="6000749"/>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3"/>
          <p:cNvSpPr txBox="1"/>
          <p:nvPr>
            <p:ph idx="11" type="ftr"/>
          </p:nvPr>
        </p:nvSpPr>
        <p:spPr>
          <a:xfrm>
            <a:off x="913795" y="6000749"/>
            <a:ext cx="6672865"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4" name="Google Shape;74;p13"/>
          <p:cNvSpPr txBox="1"/>
          <p:nvPr>
            <p:ph idx="12" type="sldNum"/>
          </p:nvPr>
        </p:nvSpPr>
        <p:spPr>
          <a:xfrm>
            <a:off x="10514011" y="6000749"/>
            <a:ext cx="75354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anoramic Picture with Caption">
  <p:cSld name="Panoramic Picture with Caption">
    <p:spTree>
      <p:nvGrpSpPr>
        <p:cNvPr id="75" name="Shape 75"/>
        <p:cNvGrpSpPr/>
        <p:nvPr/>
      </p:nvGrpSpPr>
      <p:grpSpPr>
        <a:xfrm>
          <a:off x="0" y="0"/>
          <a:ext cx="0" cy="0"/>
          <a:chOff x="0" y="0"/>
          <a:chExt cx="0" cy="0"/>
        </a:xfrm>
      </p:grpSpPr>
      <p:pic>
        <p:nvPicPr>
          <p:cNvPr descr="Slate-V2-HD-panoPhotoInset.png" id="76" name="Google Shape;76;p14"/>
          <p:cNvPicPr preferRelativeResize="0"/>
          <p:nvPr/>
        </p:nvPicPr>
        <p:blipFill rotWithShape="1">
          <a:blip r:embed="rId2">
            <a:alphaModFix/>
          </a:blip>
          <a:srcRect b="0" l="0" r="0" t="0"/>
          <a:stretch/>
        </p:blipFill>
        <p:spPr>
          <a:xfrm>
            <a:off x="1013883" y="547807"/>
            <a:ext cx="10141799" cy="3816806"/>
          </a:xfrm>
          <a:prstGeom prst="rect">
            <a:avLst/>
          </a:prstGeom>
          <a:noFill/>
          <a:ln>
            <a:noFill/>
          </a:ln>
        </p:spPr>
      </p:pic>
      <p:sp>
        <p:nvSpPr>
          <p:cNvPr id="77" name="Google Shape;77;p14"/>
          <p:cNvSpPr txBox="1"/>
          <p:nvPr>
            <p:ph type="title"/>
          </p:nvPr>
        </p:nvSpPr>
        <p:spPr>
          <a:xfrm>
            <a:off x="913806" y="4565255"/>
            <a:ext cx="10355326" cy="543472"/>
          </a:xfrm>
          <a:prstGeom prst="rect">
            <a:avLst/>
          </a:prstGeom>
          <a:noFill/>
          <a:ln>
            <a:noFill/>
          </a:ln>
          <a:effectLst>
            <a:outerShdw blurRad="25400">
              <a:srgbClr val="000000">
                <a:alpha val="45882"/>
              </a:srgbClr>
            </a:outerShdw>
          </a:effectLst>
        </p:spPr>
        <p:txBody>
          <a:bodyPr anchorCtr="0" anchor="b" bIns="45700" lIns="91425" spcFirstLastPara="1" rIns="91425" wrap="square" tIns="45700">
            <a:normAutofit/>
          </a:bodyPr>
          <a:lstStyle>
            <a:lvl1pPr lvl="0" algn="ctr">
              <a:lnSpc>
                <a:spcPct val="90000"/>
              </a:lnSpc>
              <a:spcBef>
                <a:spcPts val="0"/>
              </a:spcBef>
              <a:spcAft>
                <a:spcPts val="0"/>
              </a:spcAft>
              <a:buClr>
                <a:schemeClr val="lt2"/>
              </a:buClr>
              <a:buSzPts val="2800"/>
              <a:buFont typeface="Geo"/>
              <a:buNone/>
              <a:defRPr sz="28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4"/>
          <p:cNvSpPr/>
          <p:nvPr>
            <p:ph idx="2" type="pic"/>
          </p:nvPr>
        </p:nvSpPr>
        <p:spPr>
          <a:xfrm>
            <a:off x="1169349" y="695009"/>
            <a:ext cx="9845346" cy="3525671"/>
          </a:xfrm>
          <a:prstGeom prst="rect">
            <a:avLst/>
          </a:prstGeom>
          <a:noFill/>
          <a:ln>
            <a:noFill/>
          </a:ln>
          <a:effectLst>
            <a:outerShdw blurRad="38100" dir="4440000" dist="25400">
              <a:srgbClr val="000000">
                <a:alpha val="35686"/>
              </a:srgbClr>
            </a:outerShdw>
          </a:effectLst>
        </p:spPr>
        <p:txBody>
          <a:bodyPr anchorCtr="0" anchor="t" bIns="45700" lIns="91425" spcFirstLastPara="1" rIns="91425" wrap="square" tIns="45700">
            <a:normAutofit/>
          </a:bodyPr>
          <a:lstStyle>
            <a:lvl1pPr lvl="0" marR="0" rtl="0" algn="ctr">
              <a:lnSpc>
                <a:spcPct val="110000"/>
              </a:lnSpc>
              <a:spcBef>
                <a:spcPts val="400"/>
              </a:spcBef>
              <a:spcAft>
                <a:spcPts val="0"/>
              </a:spcAft>
              <a:buClr>
                <a:schemeClr val="lt2"/>
              </a:buClr>
              <a:buSzPts val="1400"/>
              <a:buFont typeface="Noto Sans Symbols"/>
              <a:buNone/>
              <a:defRPr b="0" i="0" sz="2000" u="none" cap="none" strike="noStrike">
                <a:solidFill>
                  <a:schemeClr val="lt2"/>
                </a:solidFill>
                <a:latin typeface="Arial"/>
                <a:ea typeface="Arial"/>
                <a:cs typeface="Arial"/>
                <a:sym typeface="Arial"/>
              </a:defRPr>
            </a:lvl1pPr>
            <a:lvl2pPr lvl="1" marR="0" rtl="0" algn="l">
              <a:lnSpc>
                <a:spcPct val="110000"/>
              </a:lnSpc>
              <a:spcBef>
                <a:spcPts val="600"/>
              </a:spcBef>
              <a:spcAft>
                <a:spcPts val="0"/>
              </a:spcAft>
              <a:buClr>
                <a:schemeClr val="lt2"/>
              </a:buClr>
              <a:buSzPts val="1400"/>
              <a:buFont typeface="Noto Sans Symbols"/>
              <a:buNone/>
              <a:defRPr b="0" i="0" sz="2000" u="none" cap="none" strike="noStrike">
                <a:solidFill>
                  <a:schemeClr val="lt2"/>
                </a:solidFill>
                <a:latin typeface="Arial"/>
                <a:ea typeface="Arial"/>
                <a:cs typeface="Arial"/>
                <a:sym typeface="Arial"/>
              </a:defRPr>
            </a:lvl2pPr>
            <a:lvl3pPr lvl="2" marR="0" rtl="0" algn="l">
              <a:lnSpc>
                <a:spcPct val="110000"/>
              </a:lnSpc>
              <a:spcBef>
                <a:spcPts val="600"/>
              </a:spcBef>
              <a:spcAft>
                <a:spcPts val="0"/>
              </a:spcAft>
              <a:buClr>
                <a:schemeClr val="lt2"/>
              </a:buClr>
              <a:buSzPts val="1400"/>
              <a:buFont typeface="Noto Sans Symbols"/>
              <a:buNone/>
              <a:defRPr b="0" i="0" sz="2000" u="none" cap="none" strike="noStrike">
                <a:solidFill>
                  <a:schemeClr val="lt2"/>
                </a:solidFill>
                <a:latin typeface="Arial"/>
                <a:ea typeface="Arial"/>
                <a:cs typeface="Arial"/>
                <a:sym typeface="Arial"/>
              </a:defRPr>
            </a:lvl3pPr>
            <a:lvl4pPr lvl="3" marR="0" rtl="0" algn="l">
              <a:lnSpc>
                <a:spcPct val="110000"/>
              </a:lnSpc>
              <a:spcBef>
                <a:spcPts val="600"/>
              </a:spcBef>
              <a:spcAft>
                <a:spcPts val="0"/>
              </a:spcAft>
              <a:buClr>
                <a:schemeClr val="lt2"/>
              </a:buClr>
              <a:buSzPts val="1400"/>
              <a:buFont typeface="Noto Sans Symbols"/>
              <a:buNone/>
              <a:defRPr b="0" i="0" sz="2000" u="none" cap="none" strike="noStrike">
                <a:solidFill>
                  <a:schemeClr val="lt2"/>
                </a:solidFill>
                <a:latin typeface="Arial"/>
                <a:ea typeface="Arial"/>
                <a:cs typeface="Arial"/>
                <a:sym typeface="Arial"/>
              </a:defRPr>
            </a:lvl4pPr>
            <a:lvl5pPr lvl="4" marR="0" rtl="0" algn="l">
              <a:lnSpc>
                <a:spcPct val="110000"/>
              </a:lnSpc>
              <a:spcBef>
                <a:spcPts val="600"/>
              </a:spcBef>
              <a:spcAft>
                <a:spcPts val="0"/>
              </a:spcAft>
              <a:buClr>
                <a:schemeClr val="lt2"/>
              </a:buClr>
              <a:buSzPts val="1400"/>
              <a:buFont typeface="Noto Sans Symbols"/>
              <a:buNone/>
              <a:defRPr b="0" i="0" sz="2000" u="none" cap="none" strike="noStrike">
                <a:solidFill>
                  <a:schemeClr val="lt2"/>
                </a:solidFill>
                <a:latin typeface="Arial"/>
                <a:ea typeface="Arial"/>
                <a:cs typeface="Arial"/>
                <a:sym typeface="Arial"/>
              </a:defRPr>
            </a:lvl5pPr>
            <a:lvl6pPr lvl="5" marR="0" rtl="0" algn="l">
              <a:spcBef>
                <a:spcPts val="600"/>
              </a:spcBef>
              <a:spcAft>
                <a:spcPts val="0"/>
              </a:spcAft>
              <a:buClr>
                <a:schemeClr val="lt2"/>
              </a:buClr>
              <a:buSzPts val="1400"/>
              <a:buFont typeface="Noto Sans Symbols"/>
              <a:buNone/>
              <a:defRPr b="0" i="0" sz="2000" u="none" cap="none" strike="noStrike">
                <a:solidFill>
                  <a:schemeClr val="lt2"/>
                </a:solidFill>
                <a:latin typeface="Arial"/>
                <a:ea typeface="Arial"/>
                <a:cs typeface="Arial"/>
                <a:sym typeface="Arial"/>
              </a:defRPr>
            </a:lvl6pPr>
            <a:lvl7pPr lvl="6" marR="0" rtl="0" algn="l">
              <a:spcBef>
                <a:spcPts val="600"/>
              </a:spcBef>
              <a:spcAft>
                <a:spcPts val="0"/>
              </a:spcAft>
              <a:buClr>
                <a:schemeClr val="lt2"/>
              </a:buClr>
              <a:buSzPts val="1400"/>
              <a:buFont typeface="Noto Sans Symbols"/>
              <a:buNone/>
              <a:defRPr b="0" i="0" sz="2000" u="none" cap="none" strike="noStrike">
                <a:solidFill>
                  <a:schemeClr val="lt2"/>
                </a:solidFill>
                <a:latin typeface="Arial"/>
                <a:ea typeface="Arial"/>
                <a:cs typeface="Arial"/>
                <a:sym typeface="Arial"/>
              </a:defRPr>
            </a:lvl7pPr>
            <a:lvl8pPr lvl="7" marR="0" rtl="0" algn="l">
              <a:spcBef>
                <a:spcPts val="600"/>
              </a:spcBef>
              <a:spcAft>
                <a:spcPts val="0"/>
              </a:spcAft>
              <a:buClr>
                <a:schemeClr val="lt2"/>
              </a:buClr>
              <a:buSzPts val="1400"/>
              <a:buFont typeface="Noto Sans Symbols"/>
              <a:buNone/>
              <a:defRPr b="0" i="0" sz="2000" u="none" cap="none" strike="noStrike">
                <a:solidFill>
                  <a:schemeClr val="lt2"/>
                </a:solidFill>
                <a:latin typeface="Arial"/>
                <a:ea typeface="Arial"/>
                <a:cs typeface="Arial"/>
                <a:sym typeface="Arial"/>
              </a:defRPr>
            </a:lvl8pPr>
            <a:lvl9pPr lvl="8" marR="0" rtl="0" algn="l">
              <a:spcBef>
                <a:spcPts val="600"/>
              </a:spcBef>
              <a:spcAft>
                <a:spcPts val="600"/>
              </a:spcAft>
              <a:buClr>
                <a:schemeClr val="lt2"/>
              </a:buClr>
              <a:buSzPts val="1400"/>
              <a:buFont typeface="Noto Sans Symbols"/>
              <a:buNone/>
              <a:defRPr b="0" i="0" sz="2000" u="none" cap="none" strike="noStrike">
                <a:solidFill>
                  <a:schemeClr val="lt2"/>
                </a:solidFill>
                <a:latin typeface="Arial"/>
                <a:ea typeface="Arial"/>
                <a:cs typeface="Arial"/>
                <a:sym typeface="Arial"/>
              </a:defRPr>
            </a:lvl9pPr>
          </a:lstStyle>
          <a:p/>
        </p:txBody>
      </p:sp>
      <p:sp>
        <p:nvSpPr>
          <p:cNvPr id="79" name="Google Shape;79;p14"/>
          <p:cNvSpPr txBox="1"/>
          <p:nvPr>
            <p:ph idx="1" type="body"/>
          </p:nvPr>
        </p:nvSpPr>
        <p:spPr>
          <a:xfrm>
            <a:off x="913795" y="5247728"/>
            <a:ext cx="10353762" cy="543472"/>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lvl1pPr indent="-228600" lvl="0" marL="457200" algn="ctr">
              <a:lnSpc>
                <a:spcPct val="110000"/>
              </a:lnSpc>
              <a:spcBef>
                <a:spcPts val="320"/>
              </a:spcBef>
              <a:spcAft>
                <a:spcPts val="0"/>
              </a:spcAft>
              <a:buSzPts val="1120"/>
              <a:buNone/>
              <a:defRPr sz="1600"/>
            </a:lvl1pPr>
            <a:lvl2pPr indent="-228600" lvl="1" marL="914400" algn="l">
              <a:lnSpc>
                <a:spcPct val="110000"/>
              </a:lnSpc>
              <a:spcBef>
                <a:spcPts val="600"/>
              </a:spcBef>
              <a:spcAft>
                <a:spcPts val="0"/>
              </a:spcAft>
              <a:buSzPts val="980"/>
              <a:buNone/>
              <a:defRPr sz="1400"/>
            </a:lvl2pPr>
            <a:lvl3pPr indent="-228600" lvl="2" marL="1371600" algn="l">
              <a:lnSpc>
                <a:spcPct val="110000"/>
              </a:lnSpc>
              <a:spcBef>
                <a:spcPts val="600"/>
              </a:spcBef>
              <a:spcAft>
                <a:spcPts val="0"/>
              </a:spcAft>
              <a:buSzPts val="840"/>
              <a:buNone/>
              <a:defRPr sz="1200"/>
            </a:lvl3pPr>
            <a:lvl4pPr indent="-228600" lvl="3" marL="1828800" algn="l">
              <a:lnSpc>
                <a:spcPct val="110000"/>
              </a:lnSpc>
              <a:spcBef>
                <a:spcPts val="600"/>
              </a:spcBef>
              <a:spcAft>
                <a:spcPts val="0"/>
              </a:spcAft>
              <a:buSzPts val="700"/>
              <a:buNone/>
              <a:defRPr sz="1000"/>
            </a:lvl4pPr>
            <a:lvl5pPr indent="-228600" lvl="4" marL="2286000" algn="l">
              <a:lnSpc>
                <a:spcPct val="110000"/>
              </a:lnSpc>
              <a:spcBef>
                <a:spcPts val="600"/>
              </a:spcBef>
              <a:spcAft>
                <a:spcPts val="0"/>
              </a:spcAft>
              <a:buSzPts val="700"/>
              <a:buNone/>
              <a:defRPr sz="1000"/>
            </a:lvl5pPr>
            <a:lvl6pPr indent="-228600" lvl="5" marL="2743200" algn="l">
              <a:spcBef>
                <a:spcPts val="600"/>
              </a:spcBef>
              <a:spcAft>
                <a:spcPts val="0"/>
              </a:spcAft>
              <a:buSzPts val="700"/>
              <a:buNone/>
              <a:defRPr sz="1000"/>
            </a:lvl6pPr>
            <a:lvl7pPr indent="-228600" lvl="6" marL="3200400" algn="l">
              <a:spcBef>
                <a:spcPts val="600"/>
              </a:spcBef>
              <a:spcAft>
                <a:spcPts val="0"/>
              </a:spcAft>
              <a:buSzPts val="700"/>
              <a:buNone/>
              <a:defRPr sz="1000"/>
            </a:lvl7pPr>
            <a:lvl8pPr indent="-228600" lvl="7" marL="3657600" algn="l">
              <a:spcBef>
                <a:spcPts val="600"/>
              </a:spcBef>
              <a:spcAft>
                <a:spcPts val="0"/>
              </a:spcAft>
              <a:buSzPts val="700"/>
              <a:buNone/>
              <a:defRPr sz="1000"/>
            </a:lvl8pPr>
            <a:lvl9pPr indent="-228600" lvl="8" marL="4114800" algn="l">
              <a:spcBef>
                <a:spcPts val="600"/>
              </a:spcBef>
              <a:spcAft>
                <a:spcPts val="600"/>
              </a:spcAft>
              <a:buSzPts val="700"/>
              <a:buNone/>
              <a:defRPr sz="1000"/>
            </a:lvl9pPr>
          </a:lstStyle>
          <a:p/>
        </p:txBody>
      </p:sp>
      <p:sp>
        <p:nvSpPr>
          <p:cNvPr id="80" name="Google Shape;80;p14"/>
          <p:cNvSpPr txBox="1"/>
          <p:nvPr>
            <p:ph idx="10" type="dt"/>
          </p:nvPr>
        </p:nvSpPr>
        <p:spPr>
          <a:xfrm>
            <a:off x="7678736" y="6000749"/>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1" name="Google Shape;81;p14"/>
          <p:cNvSpPr txBox="1"/>
          <p:nvPr>
            <p:ph idx="11" type="ftr"/>
          </p:nvPr>
        </p:nvSpPr>
        <p:spPr>
          <a:xfrm>
            <a:off x="913795" y="6000749"/>
            <a:ext cx="6672865"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14"/>
          <p:cNvSpPr txBox="1"/>
          <p:nvPr>
            <p:ph idx="12" type="sldNum"/>
          </p:nvPr>
        </p:nvSpPr>
        <p:spPr>
          <a:xfrm>
            <a:off x="10514011" y="6000749"/>
            <a:ext cx="75354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aption">
  <p:cSld name="Title and Caption">
    <p:spTree>
      <p:nvGrpSpPr>
        <p:cNvPr id="83" name="Shape 83"/>
        <p:cNvGrpSpPr/>
        <p:nvPr/>
      </p:nvGrpSpPr>
      <p:grpSpPr>
        <a:xfrm>
          <a:off x="0" y="0"/>
          <a:ext cx="0" cy="0"/>
          <a:chOff x="0" y="0"/>
          <a:chExt cx="0" cy="0"/>
        </a:xfrm>
      </p:grpSpPr>
      <p:sp>
        <p:nvSpPr>
          <p:cNvPr id="84" name="Google Shape;84;p15"/>
          <p:cNvSpPr txBox="1"/>
          <p:nvPr>
            <p:ph type="title"/>
          </p:nvPr>
        </p:nvSpPr>
        <p:spPr>
          <a:xfrm>
            <a:off x="913795" y="608437"/>
            <a:ext cx="10353762" cy="3534344"/>
          </a:xfrm>
          <a:prstGeom prst="rect">
            <a:avLst/>
          </a:prstGeom>
          <a:noFill/>
          <a:ln>
            <a:noFill/>
          </a:ln>
          <a:effectLst>
            <a:outerShdw blurRad="25400">
              <a:srgbClr val="000000">
                <a:alpha val="45882"/>
              </a:srgbClr>
            </a:outerShdw>
          </a:effectLst>
        </p:spPr>
        <p:txBody>
          <a:bodyPr anchorCtr="0" anchor="ctr" bIns="45700" lIns="91425" spcFirstLastPara="1" rIns="91425" wrap="square" tIns="45700">
            <a:normAutofit/>
          </a:bodyPr>
          <a:lstStyle>
            <a:lvl1pPr lvl="0" algn="ctr">
              <a:lnSpc>
                <a:spcPct val="90000"/>
              </a:lnSpc>
              <a:spcBef>
                <a:spcPts val="0"/>
              </a:spcBef>
              <a:spcAft>
                <a:spcPts val="0"/>
              </a:spcAft>
              <a:buClr>
                <a:schemeClr val="lt2"/>
              </a:buClr>
              <a:buSzPts val="4000"/>
              <a:buFont typeface="Geo"/>
              <a:buNone/>
              <a:defRPr sz="40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5" name="Google Shape;85;p15"/>
          <p:cNvSpPr txBox="1"/>
          <p:nvPr>
            <p:ph idx="1" type="body"/>
          </p:nvPr>
        </p:nvSpPr>
        <p:spPr>
          <a:xfrm>
            <a:off x="913794" y="4295180"/>
            <a:ext cx="10353763" cy="1501826"/>
          </a:xfrm>
          <a:prstGeom prst="rect">
            <a:avLst/>
          </a:prstGeom>
          <a:noFill/>
          <a:ln>
            <a:noFill/>
          </a:ln>
          <a:effectLst>
            <a:outerShdw blurRad="25400">
              <a:srgbClr val="000000">
                <a:alpha val="45882"/>
              </a:srgbClr>
            </a:outerShdw>
          </a:effectLst>
        </p:spPr>
        <p:txBody>
          <a:bodyPr anchorCtr="0" anchor="ctr" bIns="45700" lIns="91425" spcFirstLastPara="1" rIns="91425" wrap="square" tIns="45700">
            <a:normAutofit/>
          </a:bodyPr>
          <a:lstStyle>
            <a:lvl1pPr indent="-228600" lvl="0" marL="457200" algn="ctr">
              <a:lnSpc>
                <a:spcPct val="110000"/>
              </a:lnSpc>
              <a:spcBef>
                <a:spcPts val="320"/>
              </a:spcBef>
              <a:spcAft>
                <a:spcPts val="0"/>
              </a:spcAft>
              <a:buSzPts val="1120"/>
              <a:buNone/>
              <a:defRPr sz="1600"/>
            </a:lvl1pPr>
            <a:lvl2pPr indent="-228600" lvl="1" marL="914400" algn="l">
              <a:lnSpc>
                <a:spcPct val="110000"/>
              </a:lnSpc>
              <a:spcBef>
                <a:spcPts val="600"/>
              </a:spcBef>
              <a:spcAft>
                <a:spcPts val="0"/>
              </a:spcAft>
              <a:buSzPts val="980"/>
              <a:buNone/>
              <a:defRPr sz="1400"/>
            </a:lvl2pPr>
            <a:lvl3pPr indent="-228600" lvl="2" marL="1371600" algn="l">
              <a:lnSpc>
                <a:spcPct val="110000"/>
              </a:lnSpc>
              <a:spcBef>
                <a:spcPts val="600"/>
              </a:spcBef>
              <a:spcAft>
                <a:spcPts val="0"/>
              </a:spcAft>
              <a:buSzPts val="840"/>
              <a:buNone/>
              <a:defRPr sz="1200"/>
            </a:lvl3pPr>
            <a:lvl4pPr indent="-228600" lvl="3" marL="1828800" algn="l">
              <a:lnSpc>
                <a:spcPct val="110000"/>
              </a:lnSpc>
              <a:spcBef>
                <a:spcPts val="600"/>
              </a:spcBef>
              <a:spcAft>
                <a:spcPts val="0"/>
              </a:spcAft>
              <a:buSzPts val="700"/>
              <a:buNone/>
              <a:defRPr sz="1000"/>
            </a:lvl4pPr>
            <a:lvl5pPr indent="-228600" lvl="4" marL="2286000" algn="l">
              <a:lnSpc>
                <a:spcPct val="110000"/>
              </a:lnSpc>
              <a:spcBef>
                <a:spcPts val="600"/>
              </a:spcBef>
              <a:spcAft>
                <a:spcPts val="0"/>
              </a:spcAft>
              <a:buSzPts val="700"/>
              <a:buNone/>
              <a:defRPr sz="1000"/>
            </a:lvl5pPr>
            <a:lvl6pPr indent="-228600" lvl="5" marL="2743200" algn="l">
              <a:spcBef>
                <a:spcPts val="600"/>
              </a:spcBef>
              <a:spcAft>
                <a:spcPts val="0"/>
              </a:spcAft>
              <a:buSzPts val="700"/>
              <a:buNone/>
              <a:defRPr sz="1000"/>
            </a:lvl6pPr>
            <a:lvl7pPr indent="-228600" lvl="6" marL="3200400" algn="l">
              <a:spcBef>
                <a:spcPts val="600"/>
              </a:spcBef>
              <a:spcAft>
                <a:spcPts val="0"/>
              </a:spcAft>
              <a:buSzPts val="700"/>
              <a:buNone/>
              <a:defRPr sz="1000"/>
            </a:lvl7pPr>
            <a:lvl8pPr indent="-228600" lvl="7" marL="3657600" algn="l">
              <a:spcBef>
                <a:spcPts val="600"/>
              </a:spcBef>
              <a:spcAft>
                <a:spcPts val="0"/>
              </a:spcAft>
              <a:buSzPts val="700"/>
              <a:buNone/>
              <a:defRPr sz="1000"/>
            </a:lvl8pPr>
            <a:lvl9pPr indent="-228600" lvl="8" marL="4114800" algn="l">
              <a:spcBef>
                <a:spcPts val="600"/>
              </a:spcBef>
              <a:spcAft>
                <a:spcPts val="600"/>
              </a:spcAft>
              <a:buSzPts val="700"/>
              <a:buNone/>
              <a:defRPr sz="1000"/>
            </a:lvl9pPr>
          </a:lstStyle>
          <a:p/>
        </p:txBody>
      </p:sp>
      <p:sp>
        <p:nvSpPr>
          <p:cNvPr id="86" name="Google Shape;86;p15"/>
          <p:cNvSpPr txBox="1"/>
          <p:nvPr>
            <p:ph idx="10" type="dt"/>
          </p:nvPr>
        </p:nvSpPr>
        <p:spPr>
          <a:xfrm>
            <a:off x="7678736" y="6000749"/>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7" name="Google Shape;87;p15"/>
          <p:cNvSpPr txBox="1"/>
          <p:nvPr>
            <p:ph idx="11" type="ftr"/>
          </p:nvPr>
        </p:nvSpPr>
        <p:spPr>
          <a:xfrm>
            <a:off x="913795" y="6000749"/>
            <a:ext cx="6672865"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8" name="Google Shape;88;p15"/>
          <p:cNvSpPr txBox="1"/>
          <p:nvPr>
            <p:ph idx="12" type="sldNum"/>
          </p:nvPr>
        </p:nvSpPr>
        <p:spPr>
          <a:xfrm>
            <a:off x="10514011" y="6000749"/>
            <a:ext cx="75354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with Caption">
  <p:cSld name="Quote with Caption">
    <p:spTree>
      <p:nvGrpSpPr>
        <p:cNvPr id="89" name="Shape 89"/>
        <p:cNvGrpSpPr/>
        <p:nvPr/>
      </p:nvGrpSpPr>
      <p:grpSpPr>
        <a:xfrm>
          <a:off x="0" y="0"/>
          <a:ext cx="0" cy="0"/>
          <a:chOff x="0" y="0"/>
          <a:chExt cx="0" cy="0"/>
        </a:xfrm>
      </p:grpSpPr>
      <p:sp>
        <p:nvSpPr>
          <p:cNvPr id="90" name="Google Shape;90;p16"/>
          <p:cNvSpPr txBox="1"/>
          <p:nvPr>
            <p:ph type="title"/>
          </p:nvPr>
        </p:nvSpPr>
        <p:spPr>
          <a:xfrm>
            <a:off x="1446212" y="609600"/>
            <a:ext cx="9302752" cy="2992904"/>
          </a:xfrm>
          <a:prstGeom prst="rect">
            <a:avLst/>
          </a:prstGeom>
          <a:noFill/>
          <a:ln>
            <a:noFill/>
          </a:ln>
          <a:effectLst>
            <a:outerShdw blurRad="25400">
              <a:srgbClr val="000000">
                <a:alpha val="45882"/>
              </a:srgbClr>
            </a:outerShdw>
          </a:effectLst>
        </p:spPr>
        <p:txBody>
          <a:bodyPr anchorCtr="0" anchor="ctr" bIns="45700" lIns="91425" spcFirstLastPara="1" rIns="91425" wrap="square" tIns="45700">
            <a:normAutofit/>
          </a:bodyPr>
          <a:lstStyle>
            <a:lvl1pPr lvl="0" algn="ctr">
              <a:lnSpc>
                <a:spcPct val="90000"/>
              </a:lnSpc>
              <a:spcBef>
                <a:spcPts val="0"/>
              </a:spcBef>
              <a:spcAft>
                <a:spcPts val="0"/>
              </a:spcAft>
              <a:buClr>
                <a:schemeClr val="lt2"/>
              </a:buClr>
              <a:buSzPts val="3600"/>
              <a:buFont typeface="Geo"/>
              <a:buNone/>
              <a:defRPr sz="36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1" name="Google Shape;91;p16"/>
          <p:cNvSpPr txBox="1"/>
          <p:nvPr>
            <p:ph idx="1" type="body"/>
          </p:nvPr>
        </p:nvSpPr>
        <p:spPr>
          <a:xfrm>
            <a:off x="1720644" y="3610032"/>
            <a:ext cx="8752299" cy="532749"/>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lvl1pPr indent="-228600" lvl="0" marL="457200" algn="r">
              <a:lnSpc>
                <a:spcPct val="110000"/>
              </a:lnSpc>
              <a:spcBef>
                <a:spcPts val="280"/>
              </a:spcBef>
              <a:spcAft>
                <a:spcPts val="0"/>
              </a:spcAft>
              <a:buSzPts val="980"/>
              <a:buNone/>
              <a:defRPr sz="1400"/>
            </a:lvl1pPr>
            <a:lvl2pPr indent="-228600" lvl="1" marL="914400" algn="l">
              <a:lnSpc>
                <a:spcPct val="110000"/>
              </a:lnSpc>
              <a:spcBef>
                <a:spcPts val="600"/>
              </a:spcBef>
              <a:spcAft>
                <a:spcPts val="0"/>
              </a:spcAft>
              <a:buSzPts val="980"/>
              <a:buNone/>
              <a:defRPr sz="1400"/>
            </a:lvl2pPr>
            <a:lvl3pPr indent="-228600" lvl="2" marL="1371600" algn="l">
              <a:lnSpc>
                <a:spcPct val="110000"/>
              </a:lnSpc>
              <a:spcBef>
                <a:spcPts val="600"/>
              </a:spcBef>
              <a:spcAft>
                <a:spcPts val="0"/>
              </a:spcAft>
              <a:buSzPts val="840"/>
              <a:buNone/>
              <a:defRPr sz="1200"/>
            </a:lvl3pPr>
            <a:lvl4pPr indent="-228600" lvl="3" marL="1828800" algn="l">
              <a:lnSpc>
                <a:spcPct val="110000"/>
              </a:lnSpc>
              <a:spcBef>
                <a:spcPts val="600"/>
              </a:spcBef>
              <a:spcAft>
                <a:spcPts val="0"/>
              </a:spcAft>
              <a:buSzPts val="700"/>
              <a:buNone/>
              <a:defRPr sz="1000"/>
            </a:lvl4pPr>
            <a:lvl5pPr indent="-228600" lvl="4" marL="2286000" algn="l">
              <a:lnSpc>
                <a:spcPct val="110000"/>
              </a:lnSpc>
              <a:spcBef>
                <a:spcPts val="600"/>
              </a:spcBef>
              <a:spcAft>
                <a:spcPts val="0"/>
              </a:spcAft>
              <a:buSzPts val="700"/>
              <a:buNone/>
              <a:defRPr sz="1000"/>
            </a:lvl5pPr>
            <a:lvl6pPr indent="-228600" lvl="5" marL="2743200" algn="l">
              <a:spcBef>
                <a:spcPts val="600"/>
              </a:spcBef>
              <a:spcAft>
                <a:spcPts val="0"/>
              </a:spcAft>
              <a:buSzPts val="700"/>
              <a:buNone/>
              <a:defRPr sz="1000"/>
            </a:lvl6pPr>
            <a:lvl7pPr indent="-228600" lvl="6" marL="3200400" algn="l">
              <a:spcBef>
                <a:spcPts val="600"/>
              </a:spcBef>
              <a:spcAft>
                <a:spcPts val="0"/>
              </a:spcAft>
              <a:buSzPts val="700"/>
              <a:buNone/>
              <a:defRPr sz="1000"/>
            </a:lvl7pPr>
            <a:lvl8pPr indent="-228600" lvl="7" marL="3657600" algn="l">
              <a:spcBef>
                <a:spcPts val="600"/>
              </a:spcBef>
              <a:spcAft>
                <a:spcPts val="0"/>
              </a:spcAft>
              <a:buSzPts val="700"/>
              <a:buNone/>
              <a:defRPr sz="1000"/>
            </a:lvl8pPr>
            <a:lvl9pPr indent="-228600" lvl="8" marL="4114800" algn="l">
              <a:spcBef>
                <a:spcPts val="600"/>
              </a:spcBef>
              <a:spcAft>
                <a:spcPts val="600"/>
              </a:spcAft>
              <a:buSzPts val="700"/>
              <a:buNone/>
              <a:defRPr sz="1000"/>
            </a:lvl9pPr>
          </a:lstStyle>
          <a:p/>
        </p:txBody>
      </p:sp>
      <p:sp>
        <p:nvSpPr>
          <p:cNvPr id="92" name="Google Shape;92;p16"/>
          <p:cNvSpPr txBox="1"/>
          <p:nvPr>
            <p:ph idx="2" type="body"/>
          </p:nvPr>
        </p:nvSpPr>
        <p:spPr>
          <a:xfrm>
            <a:off x="913794" y="4304353"/>
            <a:ext cx="10353763" cy="1489496"/>
          </a:xfrm>
          <a:prstGeom prst="rect">
            <a:avLst/>
          </a:prstGeom>
          <a:noFill/>
          <a:ln>
            <a:noFill/>
          </a:ln>
          <a:effectLst>
            <a:outerShdw blurRad="25400">
              <a:srgbClr val="000000">
                <a:alpha val="45882"/>
              </a:srgbClr>
            </a:outerShdw>
          </a:effectLst>
        </p:spPr>
        <p:txBody>
          <a:bodyPr anchorCtr="0" anchor="ctr" bIns="45700" lIns="91425" spcFirstLastPara="1" rIns="91425" wrap="square" tIns="45700">
            <a:normAutofit/>
          </a:bodyPr>
          <a:lstStyle>
            <a:lvl1pPr indent="-228600" lvl="0" marL="457200" algn="ctr">
              <a:lnSpc>
                <a:spcPct val="110000"/>
              </a:lnSpc>
              <a:spcBef>
                <a:spcPts val="320"/>
              </a:spcBef>
              <a:spcAft>
                <a:spcPts val="0"/>
              </a:spcAft>
              <a:buSzPts val="1120"/>
              <a:buNone/>
              <a:defRPr sz="1600"/>
            </a:lvl1pPr>
            <a:lvl2pPr indent="-228600" lvl="1" marL="914400" algn="l">
              <a:lnSpc>
                <a:spcPct val="110000"/>
              </a:lnSpc>
              <a:spcBef>
                <a:spcPts val="600"/>
              </a:spcBef>
              <a:spcAft>
                <a:spcPts val="0"/>
              </a:spcAft>
              <a:buSzPts val="980"/>
              <a:buNone/>
              <a:defRPr sz="1400"/>
            </a:lvl2pPr>
            <a:lvl3pPr indent="-228600" lvl="2" marL="1371600" algn="l">
              <a:lnSpc>
                <a:spcPct val="110000"/>
              </a:lnSpc>
              <a:spcBef>
                <a:spcPts val="600"/>
              </a:spcBef>
              <a:spcAft>
                <a:spcPts val="0"/>
              </a:spcAft>
              <a:buSzPts val="840"/>
              <a:buNone/>
              <a:defRPr sz="1200"/>
            </a:lvl3pPr>
            <a:lvl4pPr indent="-228600" lvl="3" marL="1828800" algn="l">
              <a:lnSpc>
                <a:spcPct val="110000"/>
              </a:lnSpc>
              <a:spcBef>
                <a:spcPts val="600"/>
              </a:spcBef>
              <a:spcAft>
                <a:spcPts val="0"/>
              </a:spcAft>
              <a:buSzPts val="700"/>
              <a:buNone/>
              <a:defRPr sz="1000"/>
            </a:lvl4pPr>
            <a:lvl5pPr indent="-228600" lvl="4" marL="2286000" algn="l">
              <a:lnSpc>
                <a:spcPct val="110000"/>
              </a:lnSpc>
              <a:spcBef>
                <a:spcPts val="600"/>
              </a:spcBef>
              <a:spcAft>
                <a:spcPts val="0"/>
              </a:spcAft>
              <a:buSzPts val="700"/>
              <a:buNone/>
              <a:defRPr sz="1000"/>
            </a:lvl5pPr>
            <a:lvl6pPr indent="-228600" lvl="5" marL="2743200" algn="l">
              <a:spcBef>
                <a:spcPts val="600"/>
              </a:spcBef>
              <a:spcAft>
                <a:spcPts val="0"/>
              </a:spcAft>
              <a:buSzPts val="700"/>
              <a:buNone/>
              <a:defRPr sz="1000"/>
            </a:lvl6pPr>
            <a:lvl7pPr indent="-228600" lvl="6" marL="3200400" algn="l">
              <a:spcBef>
                <a:spcPts val="600"/>
              </a:spcBef>
              <a:spcAft>
                <a:spcPts val="0"/>
              </a:spcAft>
              <a:buSzPts val="700"/>
              <a:buNone/>
              <a:defRPr sz="1000"/>
            </a:lvl7pPr>
            <a:lvl8pPr indent="-228600" lvl="7" marL="3657600" algn="l">
              <a:spcBef>
                <a:spcPts val="600"/>
              </a:spcBef>
              <a:spcAft>
                <a:spcPts val="0"/>
              </a:spcAft>
              <a:buSzPts val="700"/>
              <a:buNone/>
              <a:defRPr sz="1000"/>
            </a:lvl8pPr>
            <a:lvl9pPr indent="-228600" lvl="8" marL="4114800" algn="l">
              <a:spcBef>
                <a:spcPts val="600"/>
              </a:spcBef>
              <a:spcAft>
                <a:spcPts val="600"/>
              </a:spcAft>
              <a:buSzPts val="700"/>
              <a:buNone/>
              <a:defRPr sz="1000"/>
            </a:lvl9pPr>
          </a:lstStyle>
          <a:p/>
        </p:txBody>
      </p:sp>
      <p:sp>
        <p:nvSpPr>
          <p:cNvPr id="93" name="Google Shape;93;p16"/>
          <p:cNvSpPr txBox="1"/>
          <p:nvPr>
            <p:ph idx="10" type="dt"/>
          </p:nvPr>
        </p:nvSpPr>
        <p:spPr>
          <a:xfrm>
            <a:off x="7678736" y="6000749"/>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4" name="Google Shape;94;p16"/>
          <p:cNvSpPr txBox="1"/>
          <p:nvPr>
            <p:ph idx="11" type="ftr"/>
          </p:nvPr>
        </p:nvSpPr>
        <p:spPr>
          <a:xfrm>
            <a:off x="913795" y="6000749"/>
            <a:ext cx="6672865"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5" name="Google Shape;95;p16"/>
          <p:cNvSpPr txBox="1"/>
          <p:nvPr>
            <p:ph idx="12" type="sldNum"/>
          </p:nvPr>
        </p:nvSpPr>
        <p:spPr>
          <a:xfrm>
            <a:off x="10514011" y="6000749"/>
            <a:ext cx="75354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96" name="Google Shape;96;p16"/>
          <p:cNvSpPr txBox="1"/>
          <p:nvPr/>
        </p:nvSpPr>
        <p:spPr>
          <a:xfrm>
            <a:off x="990600" y="884796"/>
            <a:ext cx="609600" cy="58477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lt1"/>
              </a:buClr>
              <a:buSzPts val="8000"/>
              <a:buFont typeface="Arial"/>
              <a:buNone/>
            </a:pPr>
            <a:r>
              <a:rPr b="0" i="0" lang="en-US" sz="8000" u="none" cap="none" strike="noStrike">
                <a:solidFill>
                  <a:schemeClr val="lt1"/>
                </a:solidFill>
                <a:latin typeface="Arial"/>
                <a:ea typeface="Arial"/>
                <a:cs typeface="Arial"/>
                <a:sym typeface="Arial"/>
              </a:rPr>
              <a:t>“</a:t>
            </a:r>
            <a:endParaRPr/>
          </a:p>
        </p:txBody>
      </p:sp>
      <p:sp>
        <p:nvSpPr>
          <p:cNvPr id="97" name="Google Shape;97;p16"/>
          <p:cNvSpPr txBox="1"/>
          <p:nvPr/>
        </p:nvSpPr>
        <p:spPr>
          <a:xfrm>
            <a:off x="10504716" y="2928258"/>
            <a:ext cx="609600" cy="584776"/>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chemeClr val="lt1"/>
              </a:buClr>
              <a:buSzPts val="8000"/>
              <a:buFont typeface="Arial"/>
              <a:buNone/>
            </a:pPr>
            <a:r>
              <a:rPr b="0" i="0" lang="en-US" sz="8000" u="none" cap="none" strike="noStrike">
                <a:solidFill>
                  <a:schemeClr val="lt1"/>
                </a:solidFill>
                <a:latin typeface="Arial"/>
                <a:ea typeface="Arial"/>
                <a:cs typeface="Arial"/>
                <a:sym typeface="Arial"/>
              </a:rPr>
              <a:t>”</a:t>
            </a: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ame Card">
  <p:cSld name="Name Card">
    <p:spTree>
      <p:nvGrpSpPr>
        <p:cNvPr id="98" name="Shape 98"/>
        <p:cNvGrpSpPr/>
        <p:nvPr/>
      </p:nvGrpSpPr>
      <p:grpSpPr>
        <a:xfrm>
          <a:off x="0" y="0"/>
          <a:ext cx="0" cy="0"/>
          <a:chOff x="0" y="0"/>
          <a:chExt cx="0" cy="0"/>
        </a:xfrm>
      </p:grpSpPr>
      <p:sp>
        <p:nvSpPr>
          <p:cNvPr id="99" name="Google Shape;99;p17"/>
          <p:cNvSpPr txBox="1"/>
          <p:nvPr>
            <p:ph type="title"/>
          </p:nvPr>
        </p:nvSpPr>
        <p:spPr>
          <a:xfrm>
            <a:off x="913794" y="2126942"/>
            <a:ext cx="10353763" cy="2511835"/>
          </a:xfrm>
          <a:prstGeom prst="rect">
            <a:avLst/>
          </a:prstGeom>
          <a:noFill/>
          <a:ln>
            <a:noFill/>
          </a:ln>
          <a:effectLst>
            <a:outerShdw blurRad="25400">
              <a:srgbClr val="000000">
                <a:alpha val="45882"/>
              </a:srgbClr>
            </a:outerShdw>
          </a:effectLst>
        </p:spPr>
        <p:txBody>
          <a:bodyPr anchorCtr="0" anchor="b" bIns="45700" lIns="91425" spcFirstLastPara="1" rIns="91425" wrap="square" tIns="45700">
            <a:normAutofit/>
          </a:bodyPr>
          <a:lstStyle>
            <a:lvl1pPr lvl="0" algn="ctr">
              <a:lnSpc>
                <a:spcPct val="90000"/>
              </a:lnSpc>
              <a:spcBef>
                <a:spcPts val="0"/>
              </a:spcBef>
              <a:spcAft>
                <a:spcPts val="0"/>
              </a:spcAft>
              <a:buClr>
                <a:schemeClr val="lt2"/>
              </a:buClr>
              <a:buSzPts val="3200"/>
              <a:buFont typeface="Geo"/>
              <a:buNone/>
              <a:defRPr sz="32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0" name="Google Shape;100;p17"/>
          <p:cNvSpPr txBox="1"/>
          <p:nvPr>
            <p:ph idx="1" type="body"/>
          </p:nvPr>
        </p:nvSpPr>
        <p:spPr>
          <a:xfrm>
            <a:off x="913784" y="4650556"/>
            <a:ext cx="10352199" cy="1140644"/>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lvl1pPr indent="-228600" lvl="0" marL="457200" algn="ctr">
              <a:lnSpc>
                <a:spcPct val="110000"/>
              </a:lnSpc>
              <a:spcBef>
                <a:spcPts val="320"/>
              </a:spcBef>
              <a:spcAft>
                <a:spcPts val="0"/>
              </a:spcAft>
              <a:buSzPts val="1120"/>
              <a:buNone/>
              <a:defRPr sz="1600"/>
            </a:lvl1pPr>
            <a:lvl2pPr indent="-228600" lvl="1" marL="914400" algn="l">
              <a:lnSpc>
                <a:spcPct val="110000"/>
              </a:lnSpc>
              <a:spcBef>
                <a:spcPts val="600"/>
              </a:spcBef>
              <a:spcAft>
                <a:spcPts val="0"/>
              </a:spcAft>
              <a:buSzPts val="980"/>
              <a:buNone/>
              <a:defRPr sz="1400"/>
            </a:lvl2pPr>
            <a:lvl3pPr indent="-228600" lvl="2" marL="1371600" algn="l">
              <a:lnSpc>
                <a:spcPct val="110000"/>
              </a:lnSpc>
              <a:spcBef>
                <a:spcPts val="600"/>
              </a:spcBef>
              <a:spcAft>
                <a:spcPts val="0"/>
              </a:spcAft>
              <a:buSzPts val="840"/>
              <a:buNone/>
              <a:defRPr sz="1200"/>
            </a:lvl3pPr>
            <a:lvl4pPr indent="-228600" lvl="3" marL="1828800" algn="l">
              <a:lnSpc>
                <a:spcPct val="110000"/>
              </a:lnSpc>
              <a:spcBef>
                <a:spcPts val="600"/>
              </a:spcBef>
              <a:spcAft>
                <a:spcPts val="0"/>
              </a:spcAft>
              <a:buSzPts val="700"/>
              <a:buNone/>
              <a:defRPr sz="1000"/>
            </a:lvl4pPr>
            <a:lvl5pPr indent="-228600" lvl="4" marL="2286000" algn="l">
              <a:lnSpc>
                <a:spcPct val="110000"/>
              </a:lnSpc>
              <a:spcBef>
                <a:spcPts val="600"/>
              </a:spcBef>
              <a:spcAft>
                <a:spcPts val="0"/>
              </a:spcAft>
              <a:buSzPts val="700"/>
              <a:buNone/>
              <a:defRPr sz="1000"/>
            </a:lvl5pPr>
            <a:lvl6pPr indent="-228600" lvl="5" marL="2743200" algn="l">
              <a:spcBef>
                <a:spcPts val="600"/>
              </a:spcBef>
              <a:spcAft>
                <a:spcPts val="0"/>
              </a:spcAft>
              <a:buSzPts val="700"/>
              <a:buNone/>
              <a:defRPr sz="1000"/>
            </a:lvl6pPr>
            <a:lvl7pPr indent="-228600" lvl="6" marL="3200400" algn="l">
              <a:spcBef>
                <a:spcPts val="600"/>
              </a:spcBef>
              <a:spcAft>
                <a:spcPts val="0"/>
              </a:spcAft>
              <a:buSzPts val="700"/>
              <a:buNone/>
              <a:defRPr sz="1000"/>
            </a:lvl7pPr>
            <a:lvl8pPr indent="-228600" lvl="7" marL="3657600" algn="l">
              <a:spcBef>
                <a:spcPts val="600"/>
              </a:spcBef>
              <a:spcAft>
                <a:spcPts val="0"/>
              </a:spcAft>
              <a:buSzPts val="700"/>
              <a:buNone/>
              <a:defRPr sz="1000"/>
            </a:lvl8pPr>
            <a:lvl9pPr indent="-228600" lvl="8" marL="4114800" algn="l">
              <a:spcBef>
                <a:spcPts val="600"/>
              </a:spcBef>
              <a:spcAft>
                <a:spcPts val="600"/>
              </a:spcAft>
              <a:buSzPts val="700"/>
              <a:buNone/>
              <a:defRPr sz="1000"/>
            </a:lvl9pPr>
          </a:lstStyle>
          <a:p/>
        </p:txBody>
      </p:sp>
      <p:sp>
        <p:nvSpPr>
          <p:cNvPr id="101" name="Google Shape;101;p17"/>
          <p:cNvSpPr txBox="1"/>
          <p:nvPr>
            <p:ph idx="10" type="dt"/>
          </p:nvPr>
        </p:nvSpPr>
        <p:spPr>
          <a:xfrm>
            <a:off x="7678736" y="6000749"/>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2" name="Google Shape;102;p17"/>
          <p:cNvSpPr txBox="1"/>
          <p:nvPr>
            <p:ph idx="11" type="ftr"/>
          </p:nvPr>
        </p:nvSpPr>
        <p:spPr>
          <a:xfrm>
            <a:off x="913795" y="6000749"/>
            <a:ext cx="6672865"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3" name="Google Shape;103;p17"/>
          <p:cNvSpPr txBox="1"/>
          <p:nvPr>
            <p:ph idx="12" type="sldNum"/>
          </p:nvPr>
        </p:nvSpPr>
        <p:spPr>
          <a:xfrm>
            <a:off x="10514011" y="6000749"/>
            <a:ext cx="75354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Column">
  <p:cSld name="3 Column">
    <p:spTree>
      <p:nvGrpSpPr>
        <p:cNvPr id="104" name="Shape 104"/>
        <p:cNvGrpSpPr/>
        <p:nvPr/>
      </p:nvGrpSpPr>
      <p:grpSpPr>
        <a:xfrm>
          <a:off x="0" y="0"/>
          <a:ext cx="0" cy="0"/>
          <a:chOff x="0" y="0"/>
          <a:chExt cx="0" cy="0"/>
        </a:xfrm>
      </p:grpSpPr>
      <p:sp>
        <p:nvSpPr>
          <p:cNvPr id="105" name="Google Shape;105;p18"/>
          <p:cNvSpPr txBox="1"/>
          <p:nvPr>
            <p:ph type="title"/>
          </p:nvPr>
        </p:nvSpPr>
        <p:spPr>
          <a:xfrm>
            <a:off x="913795" y="609600"/>
            <a:ext cx="10353762" cy="970450"/>
          </a:xfrm>
          <a:prstGeom prst="rect">
            <a:avLst/>
          </a:prstGeom>
          <a:noFill/>
          <a:ln>
            <a:noFill/>
          </a:ln>
          <a:effectLst>
            <a:outerShdw blurRad="25400">
              <a:srgbClr val="000000">
                <a:alpha val="45882"/>
              </a:srgbClr>
            </a:outerShdw>
          </a:effectLst>
        </p:spPr>
        <p:txBody>
          <a:bodyPr anchorCtr="0" anchor="ctr" bIns="45700" lIns="91425" spcFirstLastPara="1" rIns="91425" wrap="square" tIns="45700">
            <a:normAutofit/>
          </a:bodyPr>
          <a:lstStyle>
            <a:lvl1pPr lvl="0" algn="ctr">
              <a:lnSpc>
                <a:spcPct val="90000"/>
              </a:lnSpc>
              <a:spcBef>
                <a:spcPts val="0"/>
              </a:spcBef>
              <a:spcAft>
                <a:spcPts val="0"/>
              </a:spcAft>
              <a:buClr>
                <a:schemeClr val="lt2"/>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6" name="Google Shape;106;p18"/>
          <p:cNvSpPr txBox="1"/>
          <p:nvPr>
            <p:ph idx="1" type="body"/>
          </p:nvPr>
        </p:nvSpPr>
        <p:spPr>
          <a:xfrm>
            <a:off x="913795" y="1885950"/>
            <a:ext cx="3300984" cy="764782"/>
          </a:xfrm>
          <a:prstGeom prst="rect">
            <a:avLst/>
          </a:prstGeom>
          <a:noFill/>
          <a:ln>
            <a:noFill/>
          </a:ln>
          <a:effectLst>
            <a:outerShdw blurRad="25400">
              <a:srgbClr val="000000">
                <a:alpha val="45882"/>
              </a:srgbClr>
            </a:outerShdw>
          </a:effectLst>
        </p:spPr>
        <p:txBody>
          <a:bodyPr anchorCtr="0" anchor="b" bIns="45700" lIns="91425" spcFirstLastPara="1" rIns="91425" wrap="square" tIns="45700">
            <a:noAutofit/>
          </a:bodyPr>
          <a:lstStyle>
            <a:lvl1pPr indent="-228600" lvl="0" marL="457200" algn="ctr">
              <a:lnSpc>
                <a:spcPct val="110000"/>
              </a:lnSpc>
              <a:spcBef>
                <a:spcPts val="440"/>
              </a:spcBef>
              <a:spcAft>
                <a:spcPts val="0"/>
              </a:spcAft>
              <a:buSzPts val="1540"/>
              <a:buNone/>
              <a:defRPr b="0" sz="2200">
                <a:solidFill>
                  <a:schemeClr val="lt1"/>
                </a:solidFill>
              </a:defRPr>
            </a:lvl1pPr>
            <a:lvl2pPr indent="-228600" lvl="1" marL="914400" algn="l">
              <a:lnSpc>
                <a:spcPct val="110000"/>
              </a:lnSpc>
              <a:spcBef>
                <a:spcPts val="600"/>
              </a:spcBef>
              <a:spcAft>
                <a:spcPts val="0"/>
              </a:spcAft>
              <a:buSzPts val="1400"/>
              <a:buNone/>
              <a:defRPr b="1" sz="2000"/>
            </a:lvl2pPr>
            <a:lvl3pPr indent="-228600" lvl="2" marL="1371600" algn="l">
              <a:lnSpc>
                <a:spcPct val="110000"/>
              </a:lnSpc>
              <a:spcBef>
                <a:spcPts val="600"/>
              </a:spcBef>
              <a:spcAft>
                <a:spcPts val="0"/>
              </a:spcAft>
              <a:buSzPts val="1260"/>
              <a:buNone/>
              <a:defRPr b="1" sz="1800"/>
            </a:lvl3pPr>
            <a:lvl4pPr indent="-228600" lvl="3" marL="1828800" algn="l">
              <a:lnSpc>
                <a:spcPct val="110000"/>
              </a:lnSpc>
              <a:spcBef>
                <a:spcPts val="600"/>
              </a:spcBef>
              <a:spcAft>
                <a:spcPts val="0"/>
              </a:spcAft>
              <a:buSzPts val="1120"/>
              <a:buNone/>
              <a:defRPr b="1" sz="1600"/>
            </a:lvl4pPr>
            <a:lvl5pPr indent="-228600" lvl="4" marL="2286000" algn="l">
              <a:lnSpc>
                <a:spcPct val="110000"/>
              </a:lnSpc>
              <a:spcBef>
                <a:spcPts val="600"/>
              </a:spcBef>
              <a:spcAft>
                <a:spcPts val="0"/>
              </a:spcAft>
              <a:buSzPts val="1120"/>
              <a:buNone/>
              <a:defRPr b="1" sz="1600"/>
            </a:lvl5pPr>
            <a:lvl6pPr indent="-228600" lvl="5" marL="2743200" algn="l">
              <a:spcBef>
                <a:spcPts val="600"/>
              </a:spcBef>
              <a:spcAft>
                <a:spcPts val="0"/>
              </a:spcAft>
              <a:buSzPts val="1120"/>
              <a:buNone/>
              <a:defRPr b="1" sz="1600"/>
            </a:lvl6pPr>
            <a:lvl7pPr indent="-228600" lvl="6" marL="3200400" algn="l">
              <a:spcBef>
                <a:spcPts val="600"/>
              </a:spcBef>
              <a:spcAft>
                <a:spcPts val="0"/>
              </a:spcAft>
              <a:buSzPts val="1120"/>
              <a:buNone/>
              <a:defRPr b="1" sz="1600"/>
            </a:lvl7pPr>
            <a:lvl8pPr indent="-228600" lvl="7" marL="3657600" algn="l">
              <a:spcBef>
                <a:spcPts val="600"/>
              </a:spcBef>
              <a:spcAft>
                <a:spcPts val="0"/>
              </a:spcAft>
              <a:buSzPts val="1120"/>
              <a:buNone/>
              <a:defRPr b="1" sz="1600"/>
            </a:lvl8pPr>
            <a:lvl9pPr indent="-228600" lvl="8" marL="4114800" algn="l">
              <a:spcBef>
                <a:spcPts val="600"/>
              </a:spcBef>
              <a:spcAft>
                <a:spcPts val="600"/>
              </a:spcAft>
              <a:buSzPts val="1120"/>
              <a:buNone/>
              <a:defRPr b="1" sz="1600"/>
            </a:lvl9pPr>
          </a:lstStyle>
          <a:p/>
        </p:txBody>
      </p:sp>
      <p:sp>
        <p:nvSpPr>
          <p:cNvPr id="107" name="Google Shape;107;p18"/>
          <p:cNvSpPr txBox="1"/>
          <p:nvPr>
            <p:ph idx="2" type="body"/>
          </p:nvPr>
        </p:nvSpPr>
        <p:spPr>
          <a:xfrm>
            <a:off x="913795" y="2768112"/>
            <a:ext cx="3300984" cy="3023088"/>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lvl1pPr indent="-228600" lvl="0" marL="457200" algn="ctr">
              <a:lnSpc>
                <a:spcPct val="110000"/>
              </a:lnSpc>
              <a:spcBef>
                <a:spcPts val="280"/>
              </a:spcBef>
              <a:spcAft>
                <a:spcPts val="0"/>
              </a:spcAft>
              <a:buSzPts val="980"/>
              <a:buNone/>
              <a:defRPr sz="1400"/>
            </a:lvl1pPr>
            <a:lvl2pPr indent="-228600" lvl="1" marL="914400" algn="l">
              <a:lnSpc>
                <a:spcPct val="110000"/>
              </a:lnSpc>
              <a:spcBef>
                <a:spcPts val="600"/>
              </a:spcBef>
              <a:spcAft>
                <a:spcPts val="0"/>
              </a:spcAft>
              <a:buSzPts val="840"/>
              <a:buNone/>
              <a:defRPr sz="1200"/>
            </a:lvl2pPr>
            <a:lvl3pPr indent="-228600" lvl="2" marL="1371600" algn="l">
              <a:lnSpc>
                <a:spcPct val="110000"/>
              </a:lnSpc>
              <a:spcBef>
                <a:spcPts val="600"/>
              </a:spcBef>
              <a:spcAft>
                <a:spcPts val="0"/>
              </a:spcAft>
              <a:buSzPts val="700"/>
              <a:buNone/>
              <a:defRPr sz="1000"/>
            </a:lvl3pPr>
            <a:lvl4pPr indent="-228600" lvl="3" marL="1828800" algn="l">
              <a:lnSpc>
                <a:spcPct val="110000"/>
              </a:lnSpc>
              <a:spcBef>
                <a:spcPts val="600"/>
              </a:spcBef>
              <a:spcAft>
                <a:spcPts val="0"/>
              </a:spcAft>
              <a:buSzPts val="630"/>
              <a:buNone/>
              <a:defRPr sz="900"/>
            </a:lvl4pPr>
            <a:lvl5pPr indent="-228600" lvl="4" marL="2286000" algn="l">
              <a:lnSpc>
                <a:spcPct val="110000"/>
              </a:lnSpc>
              <a:spcBef>
                <a:spcPts val="600"/>
              </a:spcBef>
              <a:spcAft>
                <a:spcPts val="0"/>
              </a:spcAft>
              <a:buSzPts val="630"/>
              <a:buNone/>
              <a:defRPr sz="900"/>
            </a:lvl5pPr>
            <a:lvl6pPr indent="-228600" lvl="5" marL="2743200" algn="l">
              <a:spcBef>
                <a:spcPts val="600"/>
              </a:spcBef>
              <a:spcAft>
                <a:spcPts val="0"/>
              </a:spcAft>
              <a:buSzPts val="630"/>
              <a:buNone/>
              <a:defRPr sz="900"/>
            </a:lvl6pPr>
            <a:lvl7pPr indent="-228600" lvl="6" marL="3200400" algn="l">
              <a:spcBef>
                <a:spcPts val="600"/>
              </a:spcBef>
              <a:spcAft>
                <a:spcPts val="0"/>
              </a:spcAft>
              <a:buSzPts val="630"/>
              <a:buNone/>
              <a:defRPr sz="900"/>
            </a:lvl7pPr>
            <a:lvl8pPr indent="-228600" lvl="7" marL="3657600" algn="l">
              <a:spcBef>
                <a:spcPts val="600"/>
              </a:spcBef>
              <a:spcAft>
                <a:spcPts val="0"/>
              </a:spcAft>
              <a:buSzPts val="630"/>
              <a:buNone/>
              <a:defRPr sz="900"/>
            </a:lvl8pPr>
            <a:lvl9pPr indent="-228600" lvl="8" marL="4114800" algn="l">
              <a:spcBef>
                <a:spcPts val="600"/>
              </a:spcBef>
              <a:spcAft>
                <a:spcPts val="600"/>
              </a:spcAft>
              <a:buSzPts val="630"/>
              <a:buNone/>
              <a:defRPr sz="900"/>
            </a:lvl9pPr>
          </a:lstStyle>
          <a:p/>
        </p:txBody>
      </p:sp>
      <p:sp>
        <p:nvSpPr>
          <p:cNvPr id="108" name="Google Shape;108;p18"/>
          <p:cNvSpPr txBox="1"/>
          <p:nvPr>
            <p:ph idx="3" type="body"/>
          </p:nvPr>
        </p:nvSpPr>
        <p:spPr>
          <a:xfrm>
            <a:off x="4446711" y="1885949"/>
            <a:ext cx="3300984" cy="764783"/>
          </a:xfrm>
          <a:prstGeom prst="rect">
            <a:avLst/>
          </a:prstGeom>
          <a:noFill/>
          <a:ln>
            <a:noFill/>
          </a:ln>
          <a:effectLst>
            <a:outerShdw blurRad="25400">
              <a:srgbClr val="000000">
                <a:alpha val="45882"/>
              </a:srgbClr>
            </a:outerShdw>
          </a:effectLst>
        </p:spPr>
        <p:txBody>
          <a:bodyPr anchorCtr="0" anchor="b" bIns="45700" lIns="91425" spcFirstLastPara="1" rIns="91425" wrap="square" tIns="45700">
            <a:noAutofit/>
          </a:bodyPr>
          <a:lstStyle>
            <a:lvl1pPr indent="-228600" lvl="0" marL="457200" algn="ctr">
              <a:lnSpc>
                <a:spcPct val="110000"/>
              </a:lnSpc>
              <a:spcBef>
                <a:spcPts val="440"/>
              </a:spcBef>
              <a:spcAft>
                <a:spcPts val="0"/>
              </a:spcAft>
              <a:buSzPts val="1540"/>
              <a:buNone/>
              <a:defRPr b="0" sz="2200">
                <a:solidFill>
                  <a:schemeClr val="lt1"/>
                </a:solidFill>
              </a:defRPr>
            </a:lvl1pPr>
            <a:lvl2pPr indent="-228600" lvl="1" marL="914400" algn="l">
              <a:lnSpc>
                <a:spcPct val="110000"/>
              </a:lnSpc>
              <a:spcBef>
                <a:spcPts val="600"/>
              </a:spcBef>
              <a:spcAft>
                <a:spcPts val="0"/>
              </a:spcAft>
              <a:buSzPts val="1400"/>
              <a:buNone/>
              <a:defRPr b="1" sz="2000"/>
            </a:lvl2pPr>
            <a:lvl3pPr indent="-228600" lvl="2" marL="1371600" algn="l">
              <a:lnSpc>
                <a:spcPct val="110000"/>
              </a:lnSpc>
              <a:spcBef>
                <a:spcPts val="600"/>
              </a:spcBef>
              <a:spcAft>
                <a:spcPts val="0"/>
              </a:spcAft>
              <a:buSzPts val="1260"/>
              <a:buNone/>
              <a:defRPr b="1" sz="1800"/>
            </a:lvl3pPr>
            <a:lvl4pPr indent="-228600" lvl="3" marL="1828800" algn="l">
              <a:lnSpc>
                <a:spcPct val="110000"/>
              </a:lnSpc>
              <a:spcBef>
                <a:spcPts val="600"/>
              </a:spcBef>
              <a:spcAft>
                <a:spcPts val="0"/>
              </a:spcAft>
              <a:buSzPts val="1120"/>
              <a:buNone/>
              <a:defRPr b="1" sz="1600"/>
            </a:lvl4pPr>
            <a:lvl5pPr indent="-228600" lvl="4" marL="2286000" algn="l">
              <a:lnSpc>
                <a:spcPct val="110000"/>
              </a:lnSpc>
              <a:spcBef>
                <a:spcPts val="600"/>
              </a:spcBef>
              <a:spcAft>
                <a:spcPts val="0"/>
              </a:spcAft>
              <a:buSzPts val="1120"/>
              <a:buNone/>
              <a:defRPr b="1" sz="1600"/>
            </a:lvl5pPr>
            <a:lvl6pPr indent="-228600" lvl="5" marL="2743200" algn="l">
              <a:spcBef>
                <a:spcPts val="600"/>
              </a:spcBef>
              <a:spcAft>
                <a:spcPts val="0"/>
              </a:spcAft>
              <a:buSzPts val="1120"/>
              <a:buNone/>
              <a:defRPr b="1" sz="1600"/>
            </a:lvl6pPr>
            <a:lvl7pPr indent="-228600" lvl="6" marL="3200400" algn="l">
              <a:spcBef>
                <a:spcPts val="600"/>
              </a:spcBef>
              <a:spcAft>
                <a:spcPts val="0"/>
              </a:spcAft>
              <a:buSzPts val="1120"/>
              <a:buNone/>
              <a:defRPr b="1" sz="1600"/>
            </a:lvl7pPr>
            <a:lvl8pPr indent="-228600" lvl="7" marL="3657600" algn="l">
              <a:spcBef>
                <a:spcPts val="600"/>
              </a:spcBef>
              <a:spcAft>
                <a:spcPts val="0"/>
              </a:spcAft>
              <a:buSzPts val="1120"/>
              <a:buNone/>
              <a:defRPr b="1" sz="1600"/>
            </a:lvl8pPr>
            <a:lvl9pPr indent="-228600" lvl="8" marL="4114800" algn="l">
              <a:spcBef>
                <a:spcPts val="600"/>
              </a:spcBef>
              <a:spcAft>
                <a:spcPts val="600"/>
              </a:spcAft>
              <a:buSzPts val="1120"/>
              <a:buNone/>
              <a:defRPr b="1" sz="1600"/>
            </a:lvl9pPr>
          </a:lstStyle>
          <a:p/>
        </p:txBody>
      </p:sp>
      <p:sp>
        <p:nvSpPr>
          <p:cNvPr id="109" name="Google Shape;109;p18"/>
          <p:cNvSpPr txBox="1"/>
          <p:nvPr>
            <p:ph idx="4" type="body"/>
          </p:nvPr>
        </p:nvSpPr>
        <p:spPr>
          <a:xfrm>
            <a:off x="4441435" y="2768112"/>
            <a:ext cx="3300984" cy="3023088"/>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lvl1pPr indent="-228600" lvl="0" marL="457200" algn="ctr">
              <a:lnSpc>
                <a:spcPct val="110000"/>
              </a:lnSpc>
              <a:spcBef>
                <a:spcPts val="280"/>
              </a:spcBef>
              <a:spcAft>
                <a:spcPts val="0"/>
              </a:spcAft>
              <a:buSzPts val="980"/>
              <a:buNone/>
              <a:defRPr sz="1400"/>
            </a:lvl1pPr>
            <a:lvl2pPr indent="-228600" lvl="1" marL="914400" algn="l">
              <a:lnSpc>
                <a:spcPct val="110000"/>
              </a:lnSpc>
              <a:spcBef>
                <a:spcPts val="600"/>
              </a:spcBef>
              <a:spcAft>
                <a:spcPts val="0"/>
              </a:spcAft>
              <a:buSzPts val="840"/>
              <a:buNone/>
              <a:defRPr sz="1200"/>
            </a:lvl2pPr>
            <a:lvl3pPr indent="-228600" lvl="2" marL="1371600" algn="l">
              <a:lnSpc>
                <a:spcPct val="110000"/>
              </a:lnSpc>
              <a:spcBef>
                <a:spcPts val="600"/>
              </a:spcBef>
              <a:spcAft>
                <a:spcPts val="0"/>
              </a:spcAft>
              <a:buSzPts val="700"/>
              <a:buNone/>
              <a:defRPr sz="1000"/>
            </a:lvl3pPr>
            <a:lvl4pPr indent="-228600" lvl="3" marL="1828800" algn="l">
              <a:lnSpc>
                <a:spcPct val="110000"/>
              </a:lnSpc>
              <a:spcBef>
                <a:spcPts val="600"/>
              </a:spcBef>
              <a:spcAft>
                <a:spcPts val="0"/>
              </a:spcAft>
              <a:buSzPts val="630"/>
              <a:buNone/>
              <a:defRPr sz="900"/>
            </a:lvl4pPr>
            <a:lvl5pPr indent="-228600" lvl="4" marL="2286000" algn="l">
              <a:lnSpc>
                <a:spcPct val="110000"/>
              </a:lnSpc>
              <a:spcBef>
                <a:spcPts val="600"/>
              </a:spcBef>
              <a:spcAft>
                <a:spcPts val="0"/>
              </a:spcAft>
              <a:buSzPts val="630"/>
              <a:buNone/>
              <a:defRPr sz="900"/>
            </a:lvl5pPr>
            <a:lvl6pPr indent="-228600" lvl="5" marL="2743200" algn="l">
              <a:spcBef>
                <a:spcPts val="600"/>
              </a:spcBef>
              <a:spcAft>
                <a:spcPts val="0"/>
              </a:spcAft>
              <a:buSzPts val="630"/>
              <a:buNone/>
              <a:defRPr sz="900"/>
            </a:lvl6pPr>
            <a:lvl7pPr indent="-228600" lvl="6" marL="3200400" algn="l">
              <a:spcBef>
                <a:spcPts val="600"/>
              </a:spcBef>
              <a:spcAft>
                <a:spcPts val="0"/>
              </a:spcAft>
              <a:buSzPts val="630"/>
              <a:buNone/>
              <a:defRPr sz="900"/>
            </a:lvl7pPr>
            <a:lvl8pPr indent="-228600" lvl="7" marL="3657600" algn="l">
              <a:spcBef>
                <a:spcPts val="600"/>
              </a:spcBef>
              <a:spcAft>
                <a:spcPts val="0"/>
              </a:spcAft>
              <a:buSzPts val="630"/>
              <a:buNone/>
              <a:defRPr sz="900"/>
            </a:lvl8pPr>
            <a:lvl9pPr indent="-228600" lvl="8" marL="4114800" algn="l">
              <a:spcBef>
                <a:spcPts val="600"/>
              </a:spcBef>
              <a:spcAft>
                <a:spcPts val="600"/>
              </a:spcAft>
              <a:buSzPts val="630"/>
              <a:buNone/>
              <a:defRPr sz="900"/>
            </a:lvl9pPr>
          </a:lstStyle>
          <a:p/>
        </p:txBody>
      </p:sp>
      <p:sp>
        <p:nvSpPr>
          <p:cNvPr id="110" name="Google Shape;110;p18"/>
          <p:cNvSpPr txBox="1"/>
          <p:nvPr>
            <p:ph idx="5" type="body"/>
          </p:nvPr>
        </p:nvSpPr>
        <p:spPr>
          <a:xfrm>
            <a:off x="7966572" y="1885950"/>
            <a:ext cx="3300984" cy="764782"/>
          </a:xfrm>
          <a:prstGeom prst="rect">
            <a:avLst/>
          </a:prstGeom>
          <a:noFill/>
          <a:ln>
            <a:noFill/>
          </a:ln>
          <a:effectLst>
            <a:outerShdw blurRad="25400">
              <a:srgbClr val="000000">
                <a:alpha val="45882"/>
              </a:srgbClr>
            </a:outerShdw>
          </a:effectLst>
        </p:spPr>
        <p:txBody>
          <a:bodyPr anchorCtr="0" anchor="b" bIns="45700" lIns="91425" spcFirstLastPara="1" rIns="91425" wrap="square" tIns="45700">
            <a:noAutofit/>
          </a:bodyPr>
          <a:lstStyle>
            <a:lvl1pPr indent="-228600" lvl="0" marL="457200" algn="ctr">
              <a:lnSpc>
                <a:spcPct val="110000"/>
              </a:lnSpc>
              <a:spcBef>
                <a:spcPts val="440"/>
              </a:spcBef>
              <a:spcAft>
                <a:spcPts val="0"/>
              </a:spcAft>
              <a:buSzPts val="1540"/>
              <a:buNone/>
              <a:defRPr b="0" sz="2200">
                <a:solidFill>
                  <a:schemeClr val="lt1"/>
                </a:solidFill>
              </a:defRPr>
            </a:lvl1pPr>
            <a:lvl2pPr indent="-228600" lvl="1" marL="914400" algn="l">
              <a:lnSpc>
                <a:spcPct val="110000"/>
              </a:lnSpc>
              <a:spcBef>
                <a:spcPts val="600"/>
              </a:spcBef>
              <a:spcAft>
                <a:spcPts val="0"/>
              </a:spcAft>
              <a:buSzPts val="1400"/>
              <a:buNone/>
              <a:defRPr b="1" sz="2000"/>
            </a:lvl2pPr>
            <a:lvl3pPr indent="-228600" lvl="2" marL="1371600" algn="l">
              <a:lnSpc>
                <a:spcPct val="110000"/>
              </a:lnSpc>
              <a:spcBef>
                <a:spcPts val="600"/>
              </a:spcBef>
              <a:spcAft>
                <a:spcPts val="0"/>
              </a:spcAft>
              <a:buSzPts val="1260"/>
              <a:buNone/>
              <a:defRPr b="1" sz="1800"/>
            </a:lvl3pPr>
            <a:lvl4pPr indent="-228600" lvl="3" marL="1828800" algn="l">
              <a:lnSpc>
                <a:spcPct val="110000"/>
              </a:lnSpc>
              <a:spcBef>
                <a:spcPts val="600"/>
              </a:spcBef>
              <a:spcAft>
                <a:spcPts val="0"/>
              </a:spcAft>
              <a:buSzPts val="1120"/>
              <a:buNone/>
              <a:defRPr b="1" sz="1600"/>
            </a:lvl4pPr>
            <a:lvl5pPr indent="-228600" lvl="4" marL="2286000" algn="l">
              <a:lnSpc>
                <a:spcPct val="110000"/>
              </a:lnSpc>
              <a:spcBef>
                <a:spcPts val="600"/>
              </a:spcBef>
              <a:spcAft>
                <a:spcPts val="0"/>
              </a:spcAft>
              <a:buSzPts val="1120"/>
              <a:buNone/>
              <a:defRPr b="1" sz="1600"/>
            </a:lvl5pPr>
            <a:lvl6pPr indent="-228600" lvl="5" marL="2743200" algn="l">
              <a:spcBef>
                <a:spcPts val="600"/>
              </a:spcBef>
              <a:spcAft>
                <a:spcPts val="0"/>
              </a:spcAft>
              <a:buSzPts val="1120"/>
              <a:buNone/>
              <a:defRPr b="1" sz="1600"/>
            </a:lvl6pPr>
            <a:lvl7pPr indent="-228600" lvl="6" marL="3200400" algn="l">
              <a:spcBef>
                <a:spcPts val="600"/>
              </a:spcBef>
              <a:spcAft>
                <a:spcPts val="0"/>
              </a:spcAft>
              <a:buSzPts val="1120"/>
              <a:buNone/>
              <a:defRPr b="1" sz="1600"/>
            </a:lvl7pPr>
            <a:lvl8pPr indent="-228600" lvl="7" marL="3657600" algn="l">
              <a:spcBef>
                <a:spcPts val="600"/>
              </a:spcBef>
              <a:spcAft>
                <a:spcPts val="0"/>
              </a:spcAft>
              <a:buSzPts val="1120"/>
              <a:buNone/>
              <a:defRPr b="1" sz="1600"/>
            </a:lvl8pPr>
            <a:lvl9pPr indent="-228600" lvl="8" marL="4114800" algn="l">
              <a:spcBef>
                <a:spcPts val="600"/>
              </a:spcBef>
              <a:spcAft>
                <a:spcPts val="600"/>
              </a:spcAft>
              <a:buSzPts val="1120"/>
              <a:buNone/>
              <a:defRPr b="1" sz="1600"/>
            </a:lvl9pPr>
          </a:lstStyle>
          <a:p/>
        </p:txBody>
      </p:sp>
      <p:sp>
        <p:nvSpPr>
          <p:cNvPr id="111" name="Google Shape;111;p18"/>
          <p:cNvSpPr txBox="1"/>
          <p:nvPr>
            <p:ph idx="6" type="body"/>
          </p:nvPr>
        </p:nvSpPr>
        <p:spPr>
          <a:xfrm>
            <a:off x="7966572" y="2768110"/>
            <a:ext cx="3300984" cy="3023089"/>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lvl1pPr indent="-228600" lvl="0" marL="457200" algn="ctr">
              <a:lnSpc>
                <a:spcPct val="110000"/>
              </a:lnSpc>
              <a:spcBef>
                <a:spcPts val="280"/>
              </a:spcBef>
              <a:spcAft>
                <a:spcPts val="0"/>
              </a:spcAft>
              <a:buSzPts val="980"/>
              <a:buNone/>
              <a:defRPr sz="1400"/>
            </a:lvl1pPr>
            <a:lvl2pPr indent="-228600" lvl="1" marL="914400" algn="l">
              <a:lnSpc>
                <a:spcPct val="110000"/>
              </a:lnSpc>
              <a:spcBef>
                <a:spcPts val="600"/>
              </a:spcBef>
              <a:spcAft>
                <a:spcPts val="0"/>
              </a:spcAft>
              <a:buSzPts val="840"/>
              <a:buNone/>
              <a:defRPr sz="1200"/>
            </a:lvl2pPr>
            <a:lvl3pPr indent="-228600" lvl="2" marL="1371600" algn="l">
              <a:lnSpc>
                <a:spcPct val="110000"/>
              </a:lnSpc>
              <a:spcBef>
                <a:spcPts val="600"/>
              </a:spcBef>
              <a:spcAft>
                <a:spcPts val="0"/>
              </a:spcAft>
              <a:buSzPts val="700"/>
              <a:buNone/>
              <a:defRPr sz="1000"/>
            </a:lvl3pPr>
            <a:lvl4pPr indent="-228600" lvl="3" marL="1828800" algn="l">
              <a:lnSpc>
                <a:spcPct val="110000"/>
              </a:lnSpc>
              <a:spcBef>
                <a:spcPts val="600"/>
              </a:spcBef>
              <a:spcAft>
                <a:spcPts val="0"/>
              </a:spcAft>
              <a:buSzPts val="630"/>
              <a:buNone/>
              <a:defRPr sz="900"/>
            </a:lvl4pPr>
            <a:lvl5pPr indent="-228600" lvl="4" marL="2286000" algn="l">
              <a:lnSpc>
                <a:spcPct val="110000"/>
              </a:lnSpc>
              <a:spcBef>
                <a:spcPts val="600"/>
              </a:spcBef>
              <a:spcAft>
                <a:spcPts val="0"/>
              </a:spcAft>
              <a:buSzPts val="630"/>
              <a:buNone/>
              <a:defRPr sz="900"/>
            </a:lvl5pPr>
            <a:lvl6pPr indent="-228600" lvl="5" marL="2743200" algn="l">
              <a:spcBef>
                <a:spcPts val="600"/>
              </a:spcBef>
              <a:spcAft>
                <a:spcPts val="0"/>
              </a:spcAft>
              <a:buSzPts val="630"/>
              <a:buNone/>
              <a:defRPr sz="900"/>
            </a:lvl6pPr>
            <a:lvl7pPr indent="-228600" lvl="6" marL="3200400" algn="l">
              <a:spcBef>
                <a:spcPts val="600"/>
              </a:spcBef>
              <a:spcAft>
                <a:spcPts val="0"/>
              </a:spcAft>
              <a:buSzPts val="630"/>
              <a:buNone/>
              <a:defRPr sz="900"/>
            </a:lvl7pPr>
            <a:lvl8pPr indent="-228600" lvl="7" marL="3657600" algn="l">
              <a:spcBef>
                <a:spcPts val="600"/>
              </a:spcBef>
              <a:spcAft>
                <a:spcPts val="0"/>
              </a:spcAft>
              <a:buSzPts val="630"/>
              <a:buNone/>
              <a:defRPr sz="900"/>
            </a:lvl8pPr>
            <a:lvl9pPr indent="-228600" lvl="8" marL="4114800" algn="l">
              <a:spcBef>
                <a:spcPts val="600"/>
              </a:spcBef>
              <a:spcAft>
                <a:spcPts val="600"/>
              </a:spcAft>
              <a:buSzPts val="630"/>
              <a:buNone/>
              <a:defRPr sz="900"/>
            </a:lvl9pPr>
          </a:lstStyle>
          <a:p/>
        </p:txBody>
      </p:sp>
      <p:sp>
        <p:nvSpPr>
          <p:cNvPr id="112" name="Google Shape;112;p18"/>
          <p:cNvSpPr txBox="1"/>
          <p:nvPr>
            <p:ph idx="10" type="dt"/>
          </p:nvPr>
        </p:nvSpPr>
        <p:spPr>
          <a:xfrm>
            <a:off x="7678736" y="6000749"/>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3" name="Google Shape;113;p18"/>
          <p:cNvSpPr txBox="1"/>
          <p:nvPr>
            <p:ph idx="11" type="ftr"/>
          </p:nvPr>
        </p:nvSpPr>
        <p:spPr>
          <a:xfrm>
            <a:off x="913795" y="6000749"/>
            <a:ext cx="6672865"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4" name="Google Shape;114;p18"/>
          <p:cNvSpPr txBox="1"/>
          <p:nvPr>
            <p:ph idx="12" type="sldNum"/>
          </p:nvPr>
        </p:nvSpPr>
        <p:spPr>
          <a:xfrm>
            <a:off x="10514011" y="6000749"/>
            <a:ext cx="75354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Picture Column">
  <p:cSld name="3 Picture Column">
    <p:spTree>
      <p:nvGrpSpPr>
        <p:cNvPr id="115" name="Shape 115"/>
        <p:cNvGrpSpPr/>
        <p:nvPr/>
      </p:nvGrpSpPr>
      <p:grpSpPr>
        <a:xfrm>
          <a:off x="0" y="0"/>
          <a:ext cx="0" cy="0"/>
          <a:chOff x="0" y="0"/>
          <a:chExt cx="0" cy="0"/>
        </a:xfrm>
      </p:grpSpPr>
      <p:pic>
        <p:nvPicPr>
          <p:cNvPr descr="Slate-V2-HD-3colPhotoInset.png" id="116" name="Google Shape;116;p19"/>
          <p:cNvPicPr preferRelativeResize="0"/>
          <p:nvPr/>
        </p:nvPicPr>
        <p:blipFill rotWithShape="1">
          <a:blip r:embed="rId2">
            <a:alphaModFix/>
          </a:blip>
          <a:srcRect b="0" l="0" r="0" t="0"/>
          <a:stretch/>
        </p:blipFill>
        <p:spPr>
          <a:xfrm>
            <a:off x="897962" y="1818214"/>
            <a:ext cx="3339972" cy="1847851"/>
          </a:xfrm>
          <a:prstGeom prst="rect">
            <a:avLst/>
          </a:prstGeom>
          <a:noFill/>
          <a:ln>
            <a:noFill/>
          </a:ln>
        </p:spPr>
      </p:pic>
      <p:pic>
        <p:nvPicPr>
          <p:cNvPr descr="Slate-V2-HD-3colPhotoInset.png" id="117" name="Google Shape;117;p19"/>
          <p:cNvPicPr preferRelativeResize="0"/>
          <p:nvPr/>
        </p:nvPicPr>
        <p:blipFill rotWithShape="1">
          <a:blip r:embed="rId2">
            <a:alphaModFix/>
          </a:blip>
          <a:srcRect b="0" l="0" r="0" t="0"/>
          <a:stretch/>
        </p:blipFill>
        <p:spPr>
          <a:xfrm>
            <a:off x="4403800" y="1818214"/>
            <a:ext cx="3339972" cy="1847851"/>
          </a:xfrm>
          <a:prstGeom prst="rect">
            <a:avLst/>
          </a:prstGeom>
          <a:noFill/>
          <a:ln>
            <a:noFill/>
          </a:ln>
        </p:spPr>
      </p:pic>
      <p:pic>
        <p:nvPicPr>
          <p:cNvPr descr="Slate-V2-HD-3colPhotoInset.png" id="118" name="Google Shape;118;p19"/>
          <p:cNvPicPr preferRelativeResize="0"/>
          <p:nvPr/>
        </p:nvPicPr>
        <p:blipFill rotWithShape="1">
          <a:blip r:embed="rId2">
            <a:alphaModFix/>
          </a:blip>
          <a:srcRect b="0" l="0" r="0" t="0"/>
          <a:stretch/>
        </p:blipFill>
        <p:spPr>
          <a:xfrm>
            <a:off x="7936051" y="1818214"/>
            <a:ext cx="3339972" cy="1847851"/>
          </a:xfrm>
          <a:prstGeom prst="rect">
            <a:avLst/>
          </a:prstGeom>
          <a:noFill/>
          <a:ln>
            <a:noFill/>
          </a:ln>
        </p:spPr>
      </p:pic>
      <p:sp>
        <p:nvSpPr>
          <p:cNvPr id="119" name="Google Shape;119;p19"/>
          <p:cNvSpPr txBox="1"/>
          <p:nvPr>
            <p:ph type="title"/>
          </p:nvPr>
        </p:nvSpPr>
        <p:spPr>
          <a:xfrm>
            <a:off x="913794" y="609600"/>
            <a:ext cx="10353763" cy="970450"/>
          </a:xfrm>
          <a:prstGeom prst="rect">
            <a:avLst/>
          </a:prstGeom>
          <a:noFill/>
          <a:ln>
            <a:noFill/>
          </a:ln>
          <a:effectLst>
            <a:outerShdw blurRad="25400">
              <a:srgbClr val="000000">
                <a:alpha val="45882"/>
              </a:srgbClr>
            </a:outerShdw>
          </a:effectLst>
        </p:spPr>
        <p:txBody>
          <a:bodyPr anchorCtr="0" anchor="ctr" bIns="45700" lIns="91425" spcFirstLastPara="1" rIns="91425" wrap="square" tIns="45700">
            <a:normAutofit/>
          </a:bodyPr>
          <a:lstStyle>
            <a:lvl1pPr lvl="0" algn="ctr">
              <a:lnSpc>
                <a:spcPct val="90000"/>
              </a:lnSpc>
              <a:spcBef>
                <a:spcPts val="0"/>
              </a:spcBef>
              <a:spcAft>
                <a:spcPts val="0"/>
              </a:spcAft>
              <a:buClr>
                <a:schemeClr val="lt2"/>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0" name="Google Shape;120;p19"/>
          <p:cNvSpPr txBox="1"/>
          <p:nvPr>
            <p:ph idx="1" type="body"/>
          </p:nvPr>
        </p:nvSpPr>
        <p:spPr>
          <a:xfrm>
            <a:off x="913795" y="3904106"/>
            <a:ext cx="3300984" cy="576262"/>
          </a:xfrm>
          <a:prstGeom prst="rect">
            <a:avLst/>
          </a:prstGeom>
          <a:noFill/>
          <a:ln>
            <a:noFill/>
          </a:ln>
          <a:effectLst>
            <a:outerShdw blurRad="25400">
              <a:srgbClr val="000000">
                <a:alpha val="45882"/>
              </a:srgbClr>
            </a:outerShdw>
          </a:effectLst>
        </p:spPr>
        <p:txBody>
          <a:bodyPr anchorCtr="0" anchor="b" bIns="45700" lIns="91425" spcFirstLastPara="1" rIns="91425" wrap="square" tIns="45700">
            <a:noAutofit/>
          </a:bodyPr>
          <a:lstStyle>
            <a:lvl1pPr indent="-228600" lvl="0" marL="457200" algn="ctr">
              <a:lnSpc>
                <a:spcPct val="110000"/>
              </a:lnSpc>
              <a:spcBef>
                <a:spcPts val="400"/>
              </a:spcBef>
              <a:spcAft>
                <a:spcPts val="0"/>
              </a:spcAft>
              <a:buSzPts val="1400"/>
              <a:buNone/>
              <a:defRPr b="0" sz="2000">
                <a:solidFill>
                  <a:schemeClr val="lt1"/>
                </a:solidFill>
              </a:defRPr>
            </a:lvl1pPr>
            <a:lvl2pPr indent="-228600" lvl="1" marL="914400" algn="l">
              <a:lnSpc>
                <a:spcPct val="110000"/>
              </a:lnSpc>
              <a:spcBef>
                <a:spcPts val="600"/>
              </a:spcBef>
              <a:spcAft>
                <a:spcPts val="0"/>
              </a:spcAft>
              <a:buSzPts val="1400"/>
              <a:buNone/>
              <a:defRPr b="1" sz="2000"/>
            </a:lvl2pPr>
            <a:lvl3pPr indent="-228600" lvl="2" marL="1371600" algn="l">
              <a:lnSpc>
                <a:spcPct val="110000"/>
              </a:lnSpc>
              <a:spcBef>
                <a:spcPts val="600"/>
              </a:spcBef>
              <a:spcAft>
                <a:spcPts val="0"/>
              </a:spcAft>
              <a:buSzPts val="1260"/>
              <a:buNone/>
              <a:defRPr b="1" sz="1800"/>
            </a:lvl3pPr>
            <a:lvl4pPr indent="-228600" lvl="3" marL="1828800" algn="l">
              <a:lnSpc>
                <a:spcPct val="110000"/>
              </a:lnSpc>
              <a:spcBef>
                <a:spcPts val="600"/>
              </a:spcBef>
              <a:spcAft>
                <a:spcPts val="0"/>
              </a:spcAft>
              <a:buSzPts val="1120"/>
              <a:buNone/>
              <a:defRPr b="1" sz="1600"/>
            </a:lvl4pPr>
            <a:lvl5pPr indent="-228600" lvl="4" marL="2286000" algn="l">
              <a:lnSpc>
                <a:spcPct val="110000"/>
              </a:lnSpc>
              <a:spcBef>
                <a:spcPts val="600"/>
              </a:spcBef>
              <a:spcAft>
                <a:spcPts val="0"/>
              </a:spcAft>
              <a:buSzPts val="1120"/>
              <a:buNone/>
              <a:defRPr b="1" sz="1600"/>
            </a:lvl5pPr>
            <a:lvl6pPr indent="-228600" lvl="5" marL="2743200" algn="l">
              <a:spcBef>
                <a:spcPts val="600"/>
              </a:spcBef>
              <a:spcAft>
                <a:spcPts val="0"/>
              </a:spcAft>
              <a:buSzPts val="1120"/>
              <a:buNone/>
              <a:defRPr b="1" sz="1600"/>
            </a:lvl6pPr>
            <a:lvl7pPr indent="-228600" lvl="6" marL="3200400" algn="l">
              <a:spcBef>
                <a:spcPts val="600"/>
              </a:spcBef>
              <a:spcAft>
                <a:spcPts val="0"/>
              </a:spcAft>
              <a:buSzPts val="1120"/>
              <a:buNone/>
              <a:defRPr b="1" sz="1600"/>
            </a:lvl7pPr>
            <a:lvl8pPr indent="-228600" lvl="7" marL="3657600" algn="l">
              <a:spcBef>
                <a:spcPts val="600"/>
              </a:spcBef>
              <a:spcAft>
                <a:spcPts val="0"/>
              </a:spcAft>
              <a:buSzPts val="1120"/>
              <a:buNone/>
              <a:defRPr b="1" sz="1600"/>
            </a:lvl8pPr>
            <a:lvl9pPr indent="-228600" lvl="8" marL="4114800" algn="l">
              <a:spcBef>
                <a:spcPts val="600"/>
              </a:spcBef>
              <a:spcAft>
                <a:spcPts val="600"/>
              </a:spcAft>
              <a:buSzPts val="1120"/>
              <a:buNone/>
              <a:defRPr b="1" sz="1600"/>
            </a:lvl9pPr>
          </a:lstStyle>
          <a:p/>
        </p:txBody>
      </p:sp>
      <p:sp>
        <p:nvSpPr>
          <p:cNvPr id="121" name="Google Shape;121;p19"/>
          <p:cNvSpPr/>
          <p:nvPr>
            <p:ph idx="2" type="pic"/>
          </p:nvPr>
        </p:nvSpPr>
        <p:spPr>
          <a:xfrm>
            <a:off x="1018102" y="1938918"/>
            <a:ext cx="3092368" cy="1602954"/>
          </a:xfrm>
          <a:prstGeom prst="roundRect">
            <a:avLst>
              <a:gd fmla="val 1858" name="adj"/>
            </a:avLst>
          </a:prstGeom>
          <a:noFill/>
          <a:ln>
            <a:noFill/>
          </a:ln>
          <a:effectLst>
            <a:outerShdw blurRad="38100" dir="4440000" dist="25400">
              <a:srgbClr val="000000">
                <a:alpha val="35686"/>
              </a:srgbClr>
            </a:outerShdw>
          </a:effectLst>
        </p:spPr>
        <p:txBody>
          <a:bodyPr anchorCtr="0" anchor="t" bIns="45700" lIns="91425" spcFirstLastPara="1" rIns="91425" wrap="square" tIns="45700">
            <a:normAutofit/>
          </a:bodyPr>
          <a:lstStyle>
            <a:lvl1pPr lvl="0" marR="0" rtl="0" algn="ctr">
              <a:lnSpc>
                <a:spcPct val="110000"/>
              </a:lnSpc>
              <a:spcBef>
                <a:spcPts val="320"/>
              </a:spcBef>
              <a:spcAft>
                <a:spcPts val="0"/>
              </a:spcAft>
              <a:buClr>
                <a:schemeClr val="lt2"/>
              </a:buClr>
              <a:buSzPts val="1120"/>
              <a:buFont typeface="Noto Sans Symbols"/>
              <a:buNone/>
              <a:defRPr b="0" i="0" sz="1600" u="none" cap="none" strike="noStrike">
                <a:solidFill>
                  <a:schemeClr val="lt2"/>
                </a:solidFill>
                <a:latin typeface="Arial"/>
                <a:ea typeface="Arial"/>
                <a:cs typeface="Arial"/>
                <a:sym typeface="Arial"/>
              </a:defRPr>
            </a:lvl1pPr>
            <a:lvl2pPr lvl="1" marR="0" rtl="0" algn="l">
              <a:lnSpc>
                <a:spcPct val="110000"/>
              </a:lnSpc>
              <a:spcBef>
                <a:spcPts val="600"/>
              </a:spcBef>
              <a:spcAft>
                <a:spcPts val="0"/>
              </a:spcAft>
              <a:buClr>
                <a:schemeClr val="lt2"/>
              </a:buClr>
              <a:buSzPts val="1120"/>
              <a:buFont typeface="Noto Sans Symbols"/>
              <a:buNone/>
              <a:defRPr b="0" i="0" sz="1600" u="none" cap="none" strike="noStrike">
                <a:solidFill>
                  <a:schemeClr val="lt2"/>
                </a:solidFill>
                <a:latin typeface="Arial"/>
                <a:ea typeface="Arial"/>
                <a:cs typeface="Arial"/>
                <a:sym typeface="Arial"/>
              </a:defRPr>
            </a:lvl2pPr>
            <a:lvl3pPr lvl="2" marR="0" rtl="0" algn="l">
              <a:lnSpc>
                <a:spcPct val="110000"/>
              </a:lnSpc>
              <a:spcBef>
                <a:spcPts val="600"/>
              </a:spcBef>
              <a:spcAft>
                <a:spcPts val="0"/>
              </a:spcAft>
              <a:buClr>
                <a:schemeClr val="lt2"/>
              </a:buClr>
              <a:buSzPts val="1120"/>
              <a:buFont typeface="Noto Sans Symbols"/>
              <a:buNone/>
              <a:defRPr b="0" i="0" sz="1600" u="none" cap="none" strike="noStrike">
                <a:solidFill>
                  <a:schemeClr val="lt2"/>
                </a:solidFill>
                <a:latin typeface="Arial"/>
                <a:ea typeface="Arial"/>
                <a:cs typeface="Arial"/>
                <a:sym typeface="Arial"/>
              </a:defRPr>
            </a:lvl3pPr>
            <a:lvl4pPr lvl="3" marR="0" rtl="0" algn="l">
              <a:lnSpc>
                <a:spcPct val="110000"/>
              </a:lnSpc>
              <a:spcBef>
                <a:spcPts val="600"/>
              </a:spcBef>
              <a:spcAft>
                <a:spcPts val="0"/>
              </a:spcAft>
              <a:buClr>
                <a:schemeClr val="lt2"/>
              </a:buClr>
              <a:buSzPts val="1120"/>
              <a:buFont typeface="Noto Sans Symbols"/>
              <a:buNone/>
              <a:defRPr b="0" i="0" sz="1600" u="none" cap="none" strike="noStrike">
                <a:solidFill>
                  <a:schemeClr val="lt2"/>
                </a:solidFill>
                <a:latin typeface="Arial"/>
                <a:ea typeface="Arial"/>
                <a:cs typeface="Arial"/>
                <a:sym typeface="Arial"/>
              </a:defRPr>
            </a:lvl4pPr>
            <a:lvl5pPr lvl="4" marR="0" rtl="0" algn="l">
              <a:lnSpc>
                <a:spcPct val="110000"/>
              </a:lnSpc>
              <a:spcBef>
                <a:spcPts val="600"/>
              </a:spcBef>
              <a:spcAft>
                <a:spcPts val="0"/>
              </a:spcAft>
              <a:buClr>
                <a:schemeClr val="lt2"/>
              </a:buClr>
              <a:buSzPts val="1120"/>
              <a:buFont typeface="Noto Sans Symbols"/>
              <a:buNone/>
              <a:defRPr b="0" i="0" sz="1600" u="none" cap="none" strike="noStrike">
                <a:solidFill>
                  <a:schemeClr val="lt2"/>
                </a:solidFill>
                <a:latin typeface="Arial"/>
                <a:ea typeface="Arial"/>
                <a:cs typeface="Arial"/>
                <a:sym typeface="Arial"/>
              </a:defRPr>
            </a:lvl5pPr>
            <a:lvl6pPr lvl="5" marR="0" rtl="0" algn="l">
              <a:spcBef>
                <a:spcPts val="600"/>
              </a:spcBef>
              <a:spcAft>
                <a:spcPts val="0"/>
              </a:spcAft>
              <a:buClr>
                <a:schemeClr val="lt2"/>
              </a:buClr>
              <a:buSzPts val="1120"/>
              <a:buFont typeface="Noto Sans Symbols"/>
              <a:buNone/>
              <a:defRPr b="0" i="0" sz="1600" u="none" cap="none" strike="noStrike">
                <a:solidFill>
                  <a:schemeClr val="lt2"/>
                </a:solidFill>
                <a:latin typeface="Arial"/>
                <a:ea typeface="Arial"/>
                <a:cs typeface="Arial"/>
                <a:sym typeface="Arial"/>
              </a:defRPr>
            </a:lvl6pPr>
            <a:lvl7pPr lvl="6" marR="0" rtl="0" algn="l">
              <a:spcBef>
                <a:spcPts val="600"/>
              </a:spcBef>
              <a:spcAft>
                <a:spcPts val="0"/>
              </a:spcAft>
              <a:buClr>
                <a:schemeClr val="lt2"/>
              </a:buClr>
              <a:buSzPts val="1120"/>
              <a:buFont typeface="Noto Sans Symbols"/>
              <a:buNone/>
              <a:defRPr b="0" i="0" sz="1600" u="none" cap="none" strike="noStrike">
                <a:solidFill>
                  <a:schemeClr val="lt2"/>
                </a:solidFill>
                <a:latin typeface="Arial"/>
                <a:ea typeface="Arial"/>
                <a:cs typeface="Arial"/>
                <a:sym typeface="Arial"/>
              </a:defRPr>
            </a:lvl7pPr>
            <a:lvl8pPr lvl="7" marR="0" rtl="0" algn="l">
              <a:spcBef>
                <a:spcPts val="600"/>
              </a:spcBef>
              <a:spcAft>
                <a:spcPts val="0"/>
              </a:spcAft>
              <a:buClr>
                <a:schemeClr val="lt2"/>
              </a:buClr>
              <a:buSzPts val="1120"/>
              <a:buFont typeface="Noto Sans Symbols"/>
              <a:buNone/>
              <a:defRPr b="0" i="0" sz="1600" u="none" cap="none" strike="noStrike">
                <a:solidFill>
                  <a:schemeClr val="lt2"/>
                </a:solidFill>
                <a:latin typeface="Arial"/>
                <a:ea typeface="Arial"/>
                <a:cs typeface="Arial"/>
                <a:sym typeface="Arial"/>
              </a:defRPr>
            </a:lvl8pPr>
            <a:lvl9pPr lvl="8" marR="0" rtl="0" algn="l">
              <a:spcBef>
                <a:spcPts val="600"/>
              </a:spcBef>
              <a:spcAft>
                <a:spcPts val="600"/>
              </a:spcAft>
              <a:buClr>
                <a:schemeClr val="lt2"/>
              </a:buClr>
              <a:buSzPts val="1120"/>
              <a:buFont typeface="Noto Sans Symbols"/>
              <a:buNone/>
              <a:defRPr b="0" i="0" sz="1600" u="none" cap="none" strike="noStrike">
                <a:solidFill>
                  <a:schemeClr val="lt2"/>
                </a:solidFill>
                <a:latin typeface="Arial"/>
                <a:ea typeface="Arial"/>
                <a:cs typeface="Arial"/>
                <a:sym typeface="Arial"/>
              </a:defRPr>
            </a:lvl9pPr>
          </a:lstStyle>
          <a:p/>
        </p:txBody>
      </p:sp>
      <p:sp>
        <p:nvSpPr>
          <p:cNvPr id="122" name="Google Shape;122;p19"/>
          <p:cNvSpPr txBox="1"/>
          <p:nvPr>
            <p:ph idx="3" type="body"/>
          </p:nvPr>
        </p:nvSpPr>
        <p:spPr>
          <a:xfrm>
            <a:off x="913795" y="4572443"/>
            <a:ext cx="3300984" cy="1218758"/>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lvl1pPr indent="-228600" lvl="0" marL="457200" algn="ctr">
              <a:lnSpc>
                <a:spcPct val="110000"/>
              </a:lnSpc>
              <a:spcBef>
                <a:spcPts val="280"/>
              </a:spcBef>
              <a:spcAft>
                <a:spcPts val="0"/>
              </a:spcAft>
              <a:buSzPts val="980"/>
              <a:buNone/>
              <a:defRPr sz="1400"/>
            </a:lvl1pPr>
            <a:lvl2pPr indent="-228600" lvl="1" marL="914400" algn="l">
              <a:lnSpc>
                <a:spcPct val="110000"/>
              </a:lnSpc>
              <a:spcBef>
                <a:spcPts val="600"/>
              </a:spcBef>
              <a:spcAft>
                <a:spcPts val="0"/>
              </a:spcAft>
              <a:buSzPts val="840"/>
              <a:buNone/>
              <a:defRPr sz="1200"/>
            </a:lvl2pPr>
            <a:lvl3pPr indent="-228600" lvl="2" marL="1371600" algn="l">
              <a:lnSpc>
                <a:spcPct val="110000"/>
              </a:lnSpc>
              <a:spcBef>
                <a:spcPts val="600"/>
              </a:spcBef>
              <a:spcAft>
                <a:spcPts val="0"/>
              </a:spcAft>
              <a:buSzPts val="700"/>
              <a:buNone/>
              <a:defRPr sz="1000"/>
            </a:lvl3pPr>
            <a:lvl4pPr indent="-228600" lvl="3" marL="1828800" algn="l">
              <a:lnSpc>
                <a:spcPct val="110000"/>
              </a:lnSpc>
              <a:spcBef>
                <a:spcPts val="600"/>
              </a:spcBef>
              <a:spcAft>
                <a:spcPts val="0"/>
              </a:spcAft>
              <a:buSzPts val="630"/>
              <a:buNone/>
              <a:defRPr sz="900"/>
            </a:lvl4pPr>
            <a:lvl5pPr indent="-228600" lvl="4" marL="2286000" algn="l">
              <a:lnSpc>
                <a:spcPct val="110000"/>
              </a:lnSpc>
              <a:spcBef>
                <a:spcPts val="600"/>
              </a:spcBef>
              <a:spcAft>
                <a:spcPts val="0"/>
              </a:spcAft>
              <a:buSzPts val="630"/>
              <a:buNone/>
              <a:defRPr sz="900"/>
            </a:lvl5pPr>
            <a:lvl6pPr indent="-228600" lvl="5" marL="2743200" algn="l">
              <a:spcBef>
                <a:spcPts val="600"/>
              </a:spcBef>
              <a:spcAft>
                <a:spcPts val="0"/>
              </a:spcAft>
              <a:buSzPts val="630"/>
              <a:buNone/>
              <a:defRPr sz="900"/>
            </a:lvl6pPr>
            <a:lvl7pPr indent="-228600" lvl="6" marL="3200400" algn="l">
              <a:spcBef>
                <a:spcPts val="600"/>
              </a:spcBef>
              <a:spcAft>
                <a:spcPts val="0"/>
              </a:spcAft>
              <a:buSzPts val="630"/>
              <a:buNone/>
              <a:defRPr sz="900"/>
            </a:lvl7pPr>
            <a:lvl8pPr indent="-228600" lvl="7" marL="3657600" algn="l">
              <a:spcBef>
                <a:spcPts val="600"/>
              </a:spcBef>
              <a:spcAft>
                <a:spcPts val="0"/>
              </a:spcAft>
              <a:buSzPts val="630"/>
              <a:buNone/>
              <a:defRPr sz="900"/>
            </a:lvl8pPr>
            <a:lvl9pPr indent="-228600" lvl="8" marL="4114800" algn="l">
              <a:spcBef>
                <a:spcPts val="600"/>
              </a:spcBef>
              <a:spcAft>
                <a:spcPts val="600"/>
              </a:spcAft>
              <a:buSzPts val="630"/>
              <a:buNone/>
              <a:defRPr sz="900"/>
            </a:lvl9pPr>
          </a:lstStyle>
          <a:p/>
        </p:txBody>
      </p:sp>
      <p:sp>
        <p:nvSpPr>
          <p:cNvPr id="123" name="Google Shape;123;p19"/>
          <p:cNvSpPr txBox="1"/>
          <p:nvPr>
            <p:ph idx="4" type="body"/>
          </p:nvPr>
        </p:nvSpPr>
        <p:spPr>
          <a:xfrm>
            <a:off x="4442788" y="3904106"/>
            <a:ext cx="3300984" cy="576262"/>
          </a:xfrm>
          <a:prstGeom prst="rect">
            <a:avLst/>
          </a:prstGeom>
          <a:noFill/>
          <a:ln>
            <a:noFill/>
          </a:ln>
          <a:effectLst>
            <a:outerShdw blurRad="25400">
              <a:srgbClr val="000000">
                <a:alpha val="45882"/>
              </a:srgbClr>
            </a:outerShdw>
          </a:effectLst>
        </p:spPr>
        <p:txBody>
          <a:bodyPr anchorCtr="0" anchor="b" bIns="45700" lIns="91425" spcFirstLastPara="1" rIns="91425" wrap="square" tIns="45700">
            <a:noAutofit/>
          </a:bodyPr>
          <a:lstStyle>
            <a:lvl1pPr indent="-228600" lvl="0" marL="457200" algn="ctr">
              <a:lnSpc>
                <a:spcPct val="110000"/>
              </a:lnSpc>
              <a:spcBef>
                <a:spcPts val="400"/>
              </a:spcBef>
              <a:spcAft>
                <a:spcPts val="0"/>
              </a:spcAft>
              <a:buSzPts val="1400"/>
              <a:buNone/>
              <a:defRPr b="0" sz="2000">
                <a:solidFill>
                  <a:schemeClr val="lt1"/>
                </a:solidFill>
              </a:defRPr>
            </a:lvl1pPr>
            <a:lvl2pPr indent="-228600" lvl="1" marL="914400" algn="l">
              <a:lnSpc>
                <a:spcPct val="110000"/>
              </a:lnSpc>
              <a:spcBef>
                <a:spcPts val="600"/>
              </a:spcBef>
              <a:spcAft>
                <a:spcPts val="0"/>
              </a:spcAft>
              <a:buSzPts val="1400"/>
              <a:buNone/>
              <a:defRPr b="1" sz="2000"/>
            </a:lvl2pPr>
            <a:lvl3pPr indent="-228600" lvl="2" marL="1371600" algn="l">
              <a:lnSpc>
                <a:spcPct val="110000"/>
              </a:lnSpc>
              <a:spcBef>
                <a:spcPts val="600"/>
              </a:spcBef>
              <a:spcAft>
                <a:spcPts val="0"/>
              </a:spcAft>
              <a:buSzPts val="1260"/>
              <a:buNone/>
              <a:defRPr b="1" sz="1800"/>
            </a:lvl3pPr>
            <a:lvl4pPr indent="-228600" lvl="3" marL="1828800" algn="l">
              <a:lnSpc>
                <a:spcPct val="110000"/>
              </a:lnSpc>
              <a:spcBef>
                <a:spcPts val="600"/>
              </a:spcBef>
              <a:spcAft>
                <a:spcPts val="0"/>
              </a:spcAft>
              <a:buSzPts val="1120"/>
              <a:buNone/>
              <a:defRPr b="1" sz="1600"/>
            </a:lvl4pPr>
            <a:lvl5pPr indent="-228600" lvl="4" marL="2286000" algn="l">
              <a:lnSpc>
                <a:spcPct val="110000"/>
              </a:lnSpc>
              <a:spcBef>
                <a:spcPts val="600"/>
              </a:spcBef>
              <a:spcAft>
                <a:spcPts val="0"/>
              </a:spcAft>
              <a:buSzPts val="1120"/>
              <a:buNone/>
              <a:defRPr b="1" sz="1600"/>
            </a:lvl5pPr>
            <a:lvl6pPr indent="-228600" lvl="5" marL="2743200" algn="l">
              <a:spcBef>
                <a:spcPts val="600"/>
              </a:spcBef>
              <a:spcAft>
                <a:spcPts val="0"/>
              </a:spcAft>
              <a:buSzPts val="1120"/>
              <a:buNone/>
              <a:defRPr b="1" sz="1600"/>
            </a:lvl6pPr>
            <a:lvl7pPr indent="-228600" lvl="6" marL="3200400" algn="l">
              <a:spcBef>
                <a:spcPts val="600"/>
              </a:spcBef>
              <a:spcAft>
                <a:spcPts val="0"/>
              </a:spcAft>
              <a:buSzPts val="1120"/>
              <a:buNone/>
              <a:defRPr b="1" sz="1600"/>
            </a:lvl7pPr>
            <a:lvl8pPr indent="-228600" lvl="7" marL="3657600" algn="l">
              <a:spcBef>
                <a:spcPts val="600"/>
              </a:spcBef>
              <a:spcAft>
                <a:spcPts val="0"/>
              </a:spcAft>
              <a:buSzPts val="1120"/>
              <a:buNone/>
              <a:defRPr b="1" sz="1600"/>
            </a:lvl8pPr>
            <a:lvl9pPr indent="-228600" lvl="8" marL="4114800" algn="l">
              <a:spcBef>
                <a:spcPts val="600"/>
              </a:spcBef>
              <a:spcAft>
                <a:spcPts val="600"/>
              </a:spcAft>
              <a:buSzPts val="1120"/>
              <a:buNone/>
              <a:defRPr b="1" sz="1600"/>
            </a:lvl9pPr>
          </a:lstStyle>
          <a:p/>
        </p:txBody>
      </p:sp>
      <p:sp>
        <p:nvSpPr>
          <p:cNvPr id="124" name="Google Shape;124;p19"/>
          <p:cNvSpPr/>
          <p:nvPr>
            <p:ph idx="5" type="pic"/>
          </p:nvPr>
        </p:nvSpPr>
        <p:spPr>
          <a:xfrm>
            <a:off x="4545743" y="1939094"/>
            <a:ext cx="3092368" cy="1608164"/>
          </a:xfrm>
          <a:prstGeom prst="roundRect">
            <a:avLst>
              <a:gd fmla="val 1858" name="adj"/>
            </a:avLst>
          </a:prstGeom>
          <a:noFill/>
          <a:ln>
            <a:noFill/>
          </a:ln>
          <a:effectLst>
            <a:outerShdw blurRad="38100" dir="4440000" dist="25400">
              <a:srgbClr val="000000">
                <a:alpha val="35686"/>
              </a:srgbClr>
            </a:outerShdw>
          </a:effectLst>
        </p:spPr>
        <p:txBody>
          <a:bodyPr anchorCtr="0" anchor="t" bIns="45700" lIns="91425" spcFirstLastPara="1" rIns="91425" wrap="square" tIns="45700">
            <a:normAutofit/>
          </a:bodyPr>
          <a:lstStyle>
            <a:lvl1pPr lvl="0" marR="0" rtl="0" algn="ctr">
              <a:lnSpc>
                <a:spcPct val="110000"/>
              </a:lnSpc>
              <a:spcBef>
                <a:spcPts val="320"/>
              </a:spcBef>
              <a:spcAft>
                <a:spcPts val="0"/>
              </a:spcAft>
              <a:buClr>
                <a:schemeClr val="lt2"/>
              </a:buClr>
              <a:buSzPts val="1120"/>
              <a:buFont typeface="Noto Sans Symbols"/>
              <a:buNone/>
              <a:defRPr b="0" i="0" sz="1600" u="none" cap="none" strike="noStrike">
                <a:solidFill>
                  <a:schemeClr val="lt2"/>
                </a:solidFill>
                <a:latin typeface="Arial"/>
                <a:ea typeface="Arial"/>
                <a:cs typeface="Arial"/>
                <a:sym typeface="Arial"/>
              </a:defRPr>
            </a:lvl1pPr>
            <a:lvl2pPr lvl="1" marR="0" rtl="0" algn="l">
              <a:lnSpc>
                <a:spcPct val="110000"/>
              </a:lnSpc>
              <a:spcBef>
                <a:spcPts val="600"/>
              </a:spcBef>
              <a:spcAft>
                <a:spcPts val="0"/>
              </a:spcAft>
              <a:buClr>
                <a:schemeClr val="lt2"/>
              </a:buClr>
              <a:buSzPts val="1120"/>
              <a:buFont typeface="Noto Sans Symbols"/>
              <a:buNone/>
              <a:defRPr b="0" i="0" sz="1600" u="none" cap="none" strike="noStrike">
                <a:solidFill>
                  <a:schemeClr val="lt2"/>
                </a:solidFill>
                <a:latin typeface="Arial"/>
                <a:ea typeface="Arial"/>
                <a:cs typeface="Arial"/>
                <a:sym typeface="Arial"/>
              </a:defRPr>
            </a:lvl2pPr>
            <a:lvl3pPr lvl="2" marR="0" rtl="0" algn="l">
              <a:lnSpc>
                <a:spcPct val="110000"/>
              </a:lnSpc>
              <a:spcBef>
                <a:spcPts val="600"/>
              </a:spcBef>
              <a:spcAft>
                <a:spcPts val="0"/>
              </a:spcAft>
              <a:buClr>
                <a:schemeClr val="lt2"/>
              </a:buClr>
              <a:buSzPts val="1120"/>
              <a:buFont typeface="Noto Sans Symbols"/>
              <a:buNone/>
              <a:defRPr b="0" i="0" sz="1600" u="none" cap="none" strike="noStrike">
                <a:solidFill>
                  <a:schemeClr val="lt2"/>
                </a:solidFill>
                <a:latin typeface="Arial"/>
                <a:ea typeface="Arial"/>
                <a:cs typeface="Arial"/>
                <a:sym typeface="Arial"/>
              </a:defRPr>
            </a:lvl3pPr>
            <a:lvl4pPr lvl="3" marR="0" rtl="0" algn="l">
              <a:lnSpc>
                <a:spcPct val="110000"/>
              </a:lnSpc>
              <a:spcBef>
                <a:spcPts val="600"/>
              </a:spcBef>
              <a:spcAft>
                <a:spcPts val="0"/>
              </a:spcAft>
              <a:buClr>
                <a:schemeClr val="lt2"/>
              </a:buClr>
              <a:buSzPts val="1120"/>
              <a:buFont typeface="Noto Sans Symbols"/>
              <a:buNone/>
              <a:defRPr b="0" i="0" sz="1600" u="none" cap="none" strike="noStrike">
                <a:solidFill>
                  <a:schemeClr val="lt2"/>
                </a:solidFill>
                <a:latin typeface="Arial"/>
                <a:ea typeface="Arial"/>
                <a:cs typeface="Arial"/>
                <a:sym typeface="Arial"/>
              </a:defRPr>
            </a:lvl4pPr>
            <a:lvl5pPr lvl="4" marR="0" rtl="0" algn="l">
              <a:lnSpc>
                <a:spcPct val="110000"/>
              </a:lnSpc>
              <a:spcBef>
                <a:spcPts val="600"/>
              </a:spcBef>
              <a:spcAft>
                <a:spcPts val="0"/>
              </a:spcAft>
              <a:buClr>
                <a:schemeClr val="lt2"/>
              </a:buClr>
              <a:buSzPts val="1120"/>
              <a:buFont typeface="Noto Sans Symbols"/>
              <a:buNone/>
              <a:defRPr b="0" i="0" sz="1600" u="none" cap="none" strike="noStrike">
                <a:solidFill>
                  <a:schemeClr val="lt2"/>
                </a:solidFill>
                <a:latin typeface="Arial"/>
                <a:ea typeface="Arial"/>
                <a:cs typeface="Arial"/>
                <a:sym typeface="Arial"/>
              </a:defRPr>
            </a:lvl5pPr>
            <a:lvl6pPr lvl="5" marR="0" rtl="0" algn="l">
              <a:spcBef>
                <a:spcPts val="600"/>
              </a:spcBef>
              <a:spcAft>
                <a:spcPts val="0"/>
              </a:spcAft>
              <a:buClr>
                <a:schemeClr val="lt2"/>
              </a:buClr>
              <a:buSzPts val="1120"/>
              <a:buFont typeface="Noto Sans Symbols"/>
              <a:buNone/>
              <a:defRPr b="0" i="0" sz="1600" u="none" cap="none" strike="noStrike">
                <a:solidFill>
                  <a:schemeClr val="lt2"/>
                </a:solidFill>
                <a:latin typeface="Arial"/>
                <a:ea typeface="Arial"/>
                <a:cs typeface="Arial"/>
                <a:sym typeface="Arial"/>
              </a:defRPr>
            </a:lvl6pPr>
            <a:lvl7pPr lvl="6" marR="0" rtl="0" algn="l">
              <a:spcBef>
                <a:spcPts val="600"/>
              </a:spcBef>
              <a:spcAft>
                <a:spcPts val="0"/>
              </a:spcAft>
              <a:buClr>
                <a:schemeClr val="lt2"/>
              </a:buClr>
              <a:buSzPts val="1120"/>
              <a:buFont typeface="Noto Sans Symbols"/>
              <a:buNone/>
              <a:defRPr b="0" i="0" sz="1600" u="none" cap="none" strike="noStrike">
                <a:solidFill>
                  <a:schemeClr val="lt2"/>
                </a:solidFill>
                <a:latin typeface="Arial"/>
                <a:ea typeface="Arial"/>
                <a:cs typeface="Arial"/>
                <a:sym typeface="Arial"/>
              </a:defRPr>
            </a:lvl7pPr>
            <a:lvl8pPr lvl="7" marR="0" rtl="0" algn="l">
              <a:spcBef>
                <a:spcPts val="600"/>
              </a:spcBef>
              <a:spcAft>
                <a:spcPts val="0"/>
              </a:spcAft>
              <a:buClr>
                <a:schemeClr val="lt2"/>
              </a:buClr>
              <a:buSzPts val="1120"/>
              <a:buFont typeface="Noto Sans Symbols"/>
              <a:buNone/>
              <a:defRPr b="0" i="0" sz="1600" u="none" cap="none" strike="noStrike">
                <a:solidFill>
                  <a:schemeClr val="lt2"/>
                </a:solidFill>
                <a:latin typeface="Arial"/>
                <a:ea typeface="Arial"/>
                <a:cs typeface="Arial"/>
                <a:sym typeface="Arial"/>
              </a:defRPr>
            </a:lvl8pPr>
            <a:lvl9pPr lvl="8" marR="0" rtl="0" algn="l">
              <a:spcBef>
                <a:spcPts val="600"/>
              </a:spcBef>
              <a:spcAft>
                <a:spcPts val="600"/>
              </a:spcAft>
              <a:buClr>
                <a:schemeClr val="lt2"/>
              </a:buClr>
              <a:buSzPts val="1120"/>
              <a:buFont typeface="Noto Sans Symbols"/>
              <a:buNone/>
              <a:defRPr b="0" i="0" sz="1600" u="none" cap="none" strike="noStrike">
                <a:solidFill>
                  <a:schemeClr val="lt2"/>
                </a:solidFill>
                <a:latin typeface="Arial"/>
                <a:ea typeface="Arial"/>
                <a:cs typeface="Arial"/>
                <a:sym typeface="Arial"/>
              </a:defRPr>
            </a:lvl9pPr>
          </a:lstStyle>
          <a:p/>
        </p:txBody>
      </p:sp>
      <p:sp>
        <p:nvSpPr>
          <p:cNvPr id="125" name="Google Shape;125;p19"/>
          <p:cNvSpPr txBox="1"/>
          <p:nvPr>
            <p:ph idx="6" type="body"/>
          </p:nvPr>
        </p:nvSpPr>
        <p:spPr>
          <a:xfrm>
            <a:off x="4441435" y="4572442"/>
            <a:ext cx="3300984" cy="1218758"/>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lvl1pPr indent="-228600" lvl="0" marL="457200" algn="ctr">
              <a:lnSpc>
                <a:spcPct val="110000"/>
              </a:lnSpc>
              <a:spcBef>
                <a:spcPts val="280"/>
              </a:spcBef>
              <a:spcAft>
                <a:spcPts val="0"/>
              </a:spcAft>
              <a:buSzPts val="980"/>
              <a:buNone/>
              <a:defRPr sz="1400"/>
            </a:lvl1pPr>
            <a:lvl2pPr indent="-228600" lvl="1" marL="914400" algn="l">
              <a:lnSpc>
                <a:spcPct val="110000"/>
              </a:lnSpc>
              <a:spcBef>
                <a:spcPts val="600"/>
              </a:spcBef>
              <a:spcAft>
                <a:spcPts val="0"/>
              </a:spcAft>
              <a:buSzPts val="840"/>
              <a:buNone/>
              <a:defRPr sz="1200"/>
            </a:lvl2pPr>
            <a:lvl3pPr indent="-228600" lvl="2" marL="1371600" algn="l">
              <a:lnSpc>
                <a:spcPct val="110000"/>
              </a:lnSpc>
              <a:spcBef>
                <a:spcPts val="600"/>
              </a:spcBef>
              <a:spcAft>
                <a:spcPts val="0"/>
              </a:spcAft>
              <a:buSzPts val="700"/>
              <a:buNone/>
              <a:defRPr sz="1000"/>
            </a:lvl3pPr>
            <a:lvl4pPr indent="-228600" lvl="3" marL="1828800" algn="l">
              <a:lnSpc>
                <a:spcPct val="110000"/>
              </a:lnSpc>
              <a:spcBef>
                <a:spcPts val="600"/>
              </a:spcBef>
              <a:spcAft>
                <a:spcPts val="0"/>
              </a:spcAft>
              <a:buSzPts val="630"/>
              <a:buNone/>
              <a:defRPr sz="900"/>
            </a:lvl4pPr>
            <a:lvl5pPr indent="-228600" lvl="4" marL="2286000" algn="l">
              <a:lnSpc>
                <a:spcPct val="110000"/>
              </a:lnSpc>
              <a:spcBef>
                <a:spcPts val="600"/>
              </a:spcBef>
              <a:spcAft>
                <a:spcPts val="0"/>
              </a:spcAft>
              <a:buSzPts val="630"/>
              <a:buNone/>
              <a:defRPr sz="900"/>
            </a:lvl5pPr>
            <a:lvl6pPr indent="-228600" lvl="5" marL="2743200" algn="l">
              <a:spcBef>
                <a:spcPts val="600"/>
              </a:spcBef>
              <a:spcAft>
                <a:spcPts val="0"/>
              </a:spcAft>
              <a:buSzPts val="630"/>
              <a:buNone/>
              <a:defRPr sz="900"/>
            </a:lvl6pPr>
            <a:lvl7pPr indent="-228600" lvl="6" marL="3200400" algn="l">
              <a:spcBef>
                <a:spcPts val="600"/>
              </a:spcBef>
              <a:spcAft>
                <a:spcPts val="0"/>
              </a:spcAft>
              <a:buSzPts val="630"/>
              <a:buNone/>
              <a:defRPr sz="900"/>
            </a:lvl7pPr>
            <a:lvl8pPr indent="-228600" lvl="7" marL="3657600" algn="l">
              <a:spcBef>
                <a:spcPts val="600"/>
              </a:spcBef>
              <a:spcAft>
                <a:spcPts val="0"/>
              </a:spcAft>
              <a:buSzPts val="630"/>
              <a:buNone/>
              <a:defRPr sz="900"/>
            </a:lvl8pPr>
            <a:lvl9pPr indent="-228600" lvl="8" marL="4114800" algn="l">
              <a:spcBef>
                <a:spcPts val="600"/>
              </a:spcBef>
              <a:spcAft>
                <a:spcPts val="600"/>
              </a:spcAft>
              <a:buSzPts val="630"/>
              <a:buNone/>
              <a:defRPr sz="900"/>
            </a:lvl9pPr>
          </a:lstStyle>
          <a:p/>
        </p:txBody>
      </p:sp>
      <p:sp>
        <p:nvSpPr>
          <p:cNvPr id="126" name="Google Shape;126;p19"/>
          <p:cNvSpPr txBox="1"/>
          <p:nvPr>
            <p:ph idx="7" type="body"/>
          </p:nvPr>
        </p:nvSpPr>
        <p:spPr>
          <a:xfrm>
            <a:off x="7966697" y="3904106"/>
            <a:ext cx="3300984" cy="576262"/>
          </a:xfrm>
          <a:prstGeom prst="rect">
            <a:avLst/>
          </a:prstGeom>
          <a:noFill/>
          <a:ln>
            <a:noFill/>
          </a:ln>
          <a:effectLst>
            <a:outerShdw blurRad="25400">
              <a:srgbClr val="000000">
                <a:alpha val="45882"/>
              </a:srgbClr>
            </a:outerShdw>
          </a:effectLst>
        </p:spPr>
        <p:txBody>
          <a:bodyPr anchorCtr="0" anchor="b" bIns="45700" lIns="91425" spcFirstLastPara="1" rIns="91425" wrap="square" tIns="45700">
            <a:noAutofit/>
          </a:bodyPr>
          <a:lstStyle>
            <a:lvl1pPr indent="-228600" lvl="0" marL="457200" algn="ctr">
              <a:lnSpc>
                <a:spcPct val="110000"/>
              </a:lnSpc>
              <a:spcBef>
                <a:spcPts val="400"/>
              </a:spcBef>
              <a:spcAft>
                <a:spcPts val="0"/>
              </a:spcAft>
              <a:buSzPts val="1400"/>
              <a:buNone/>
              <a:defRPr b="0" sz="2000">
                <a:solidFill>
                  <a:schemeClr val="lt1"/>
                </a:solidFill>
              </a:defRPr>
            </a:lvl1pPr>
            <a:lvl2pPr indent="-228600" lvl="1" marL="914400" algn="l">
              <a:lnSpc>
                <a:spcPct val="110000"/>
              </a:lnSpc>
              <a:spcBef>
                <a:spcPts val="600"/>
              </a:spcBef>
              <a:spcAft>
                <a:spcPts val="0"/>
              </a:spcAft>
              <a:buSzPts val="1400"/>
              <a:buNone/>
              <a:defRPr b="1" sz="2000"/>
            </a:lvl2pPr>
            <a:lvl3pPr indent="-228600" lvl="2" marL="1371600" algn="l">
              <a:lnSpc>
                <a:spcPct val="110000"/>
              </a:lnSpc>
              <a:spcBef>
                <a:spcPts val="600"/>
              </a:spcBef>
              <a:spcAft>
                <a:spcPts val="0"/>
              </a:spcAft>
              <a:buSzPts val="1260"/>
              <a:buNone/>
              <a:defRPr b="1" sz="1800"/>
            </a:lvl3pPr>
            <a:lvl4pPr indent="-228600" lvl="3" marL="1828800" algn="l">
              <a:lnSpc>
                <a:spcPct val="110000"/>
              </a:lnSpc>
              <a:spcBef>
                <a:spcPts val="600"/>
              </a:spcBef>
              <a:spcAft>
                <a:spcPts val="0"/>
              </a:spcAft>
              <a:buSzPts val="1120"/>
              <a:buNone/>
              <a:defRPr b="1" sz="1600"/>
            </a:lvl4pPr>
            <a:lvl5pPr indent="-228600" lvl="4" marL="2286000" algn="l">
              <a:lnSpc>
                <a:spcPct val="110000"/>
              </a:lnSpc>
              <a:spcBef>
                <a:spcPts val="600"/>
              </a:spcBef>
              <a:spcAft>
                <a:spcPts val="0"/>
              </a:spcAft>
              <a:buSzPts val="1120"/>
              <a:buNone/>
              <a:defRPr b="1" sz="1600"/>
            </a:lvl5pPr>
            <a:lvl6pPr indent="-228600" lvl="5" marL="2743200" algn="l">
              <a:spcBef>
                <a:spcPts val="600"/>
              </a:spcBef>
              <a:spcAft>
                <a:spcPts val="0"/>
              </a:spcAft>
              <a:buSzPts val="1120"/>
              <a:buNone/>
              <a:defRPr b="1" sz="1600"/>
            </a:lvl6pPr>
            <a:lvl7pPr indent="-228600" lvl="6" marL="3200400" algn="l">
              <a:spcBef>
                <a:spcPts val="600"/>
              </a:spcBef>
              <a:spcAft>
                <a:spcPts val="0"/>
              </a:spcAft>
              <a:buSzPts val="1120"/>
              <a:buNone/>
              <a:defRPr b="1" sz="1600"/>
            </a:lvl7pPr>
            <a:lvl8pPr indent="-228600" lvl="7" marL="3657600" algn="l">
              <a:spcBef>
                <a:spcPts val="600"/>
              </a:spcBef>
              <a:spcAft>
                <a:spcPts val="0"/>
              </a:spcAft>
              <a:buSzPts val="1120"/>
              <a:buNone/>
              <a:defRPr b="1" sz="1600"/>
            </a:lvl8pPr>
            <a:lvl9pPr indent="-228600" lvl="8" marL="4114800" algn="l">
              <a:spcBef>
                <a:spcPts val="600"/>
              </a:spcBef>
              <a:spcAft>
                <a:spcPts val="600"/>
              </a:spcAft>
              <a:buSzPts val="1120"/>
              <a:buNone/>
              <a:defRPr b="1" sz="1600"/>
            </a:lvl9pPr>
          </a:lstStyle>
          <a:p/>
        </p:txBody>
      </p:sp>
      <p:sp>
        <p:nvSpPr>
          <p:cNvPr id="127" name="Google Shape;127;p19"/>
          <p:cNvSpPr/>
          <p:nvPr>
            <p:ph idx="8" type="pic"/>
          </p:nvPr>
        </p:nvSpPr>
        <p:spPr>
          <a:xfrm>
            <a:off x="8075698" y="1934432"/>
            <a:ext cx="3092368" cy="1607294"/>
          </a:xfrm>
          <a:prstGeom prst="roundRect">
            <a:avLst>
              <a:gd fmla="val 1858" name="adj"/>
            </a:avLst>
          </a:prstGeom>
          <a:noFill/>
          <a:ln>
            <a:noFill/>
          </a:ln>
          <a:effectLst>
            <a:outerShdw blurRad="38100" dir="4440000" dist="25400">
              <a:srgbClr val="000000">
                <a:alpha val="35686"/>
              </a:srgbClr>
            </a:outerShdw>
          </a:effectLst>
        </p:spPr>
        <p:txBody>
          <a:bodyPr anchorCtr="0" anchor="t" bIns="45700" lIns="91425" spcFirstLastPara="1" rIns="91425" wrap="square" tIns="45700">
            <a:normAutofit/>
          </a:bodyPr>
          <a:lstStyle>
            <a:lvl1pPr lvl="0" marR="0" rtl="0" algn="ctr">
              <a:lnSpc>
                <a:spcPct val="110000"/>
              </a:lnSpc>
              <a:spcBef>
                <a:spcPts val="320"/>
              </a:spcBef>
              <a:spcAft>
                <a:spcPts val="0"/>
              </a:spcAft>
              <a:buClr>
                <a:schemeClr val="lt2"/>
              </a:buClr>
              <a:buSzPts val="1120"/>
              <a:buFont typeface="Noto Sans Symbols"/>
              <a:buNone/>
              <a:defRPr b="0" i="0" sz="1600" u="none" cap="none" strike="noStrike">
                <a:solidFill>
                  <a:schemeClr val="lt2"/>
                </a:solidFill>
                <a:latin typeface="Arial"/>
                <a:ea typeface="Arial"/>
                <a:cs typeface="Arial"/>
                <a:sym typeface="Arial"/>
              </a:defRPr>
            </a:lvl1pPr>
            <a:lvl2pPr lvl="1" marR="0" rtl="0" algn="l">
              <a:lnSpc>
                <a:spcPct val="110000"/>
              </a:lnSpc>
              <a:spcBef>
                <a:spcPts val="600"/>
              </a:spcBef>
              <a:spcAft>
                <a:spcPts val="0"/>
              </a:spcAft>
              <a:buClr>
                <a:schemeClr val="lt2"/>
              </a:buClr>
              <a:buSzPts val="1120"/>
              <a:buFont typeface="Noto Sans Symbols"/>
              <a:buNone/>
              <a:defRPr b="0" i="0" sz="1600" u="none" cap="none" strike="noStrike">
                <a:solidFill>
                  <a:schemeClr val="lt2"/>
                </a:solidFill>
                <a:latin typeface="Arial"/>
                <a:ea typeface="Arial"/>
                <a:cs typeface="Arial"/>
                <a:sym typeface="Arial"/>
              </a:defRPr>
            </a:lvl2pPr>
            <a:lvl3pPr lvl="2" marR="0" rtl="0" algn="l">
              <a:lnSpc>
                <a:spcPct val="110000"/>
              </a:lnSpc>
              <a:spcBef>
                <a:spcPts val="600"/>
              </a:spcBef>
              <a:spcAft>
                <a:spcPts val="0"/>
              </a:spcAft>
              <a:buClr>
                <a:schemeClr val="lt2"/>
              </a:buClr>
              <a:buSzPts val="1120"/>
              <a:buFont typeface="Noto Sans Symbols"/>
              <a:buNone/>
              <a:defRPr b="0" i="0" sz="1600" u="none" cap="none" strike="noStrike">
                <a:solidFill>
                  <a:schemeClr val="lt2"/>
                </a:solidFill>
                <a:latin typeface="Arial"/>
                <a:ea typeface="Arial"/>
                <a:cs typeface="Arial"/>
                <a:sym typeface="Arial"/>
              </a:defRPr>
            </a:lvl3pPr>
            <a:lvl4pPr lvl="3" marR="0" rtl="0" algn="l">
              <a:lnSpc>
                <a:spcPct val="110000"/>
              </a:lnSpc>
              <a:spcBef>
                <a:spcPts val="600"/>
              </a:spcBef>
              <a:spcAft>
                <a:spcPts val="0"/>
              </a:spcAft>
              <a:buClr>
                <a:schemeClr val="lt2"/>
              </a:buClr>
              <a:buSzPts val="1120"/>
              <a:buFont typeface="Noto Sans Symbols"/>
              <a:buNone/>
              <a:defRPr b="0" i="0" sz="1600" u="none" cap="none" strike="noStrike">
                <a:solidFill>
                  <a:schemeClr val="lt2"/>
                </a:solidFill>
                <a:latin typeface="Arial"/>
                <a:ea typeface="Arial"/>
                <a:cs typeface="Arial"/>
                <a:sym typeface="Arial"/>
              </a:defRPr>
            </a:lvl4pPr>
            <a:lvl5pPr lvl="4" marR="0" rtl="0" algn="l">
              <a:lnSpc>
                <a:spcPct val="110000"/>
              </a:lnSpc>
              <a:spcBef>
                <a:spcPts val="600"/>
              </a:spcBef>
              <a:spcAft>
                <a:spcPts val="0"/>
              </a:spcAft>
              <a:buClr>
                <a:schemeClr val="lt2"/>
              </a:buClr>
              <a:buSzPts val="1120"/>
              <a:buFont typeface="Noto Sans Symbols"/>
              <a:buNone/>
              <a:defRPr b="0" i="0" sz="1600" u="none" cap="none" strike="noStrike">
                <a:solidFill>
                  <a:schemeClr val="lt2"/>
                </a:solidFill>
                <a:latin typeface="Arial"/>
                <a:ea typeface="Arial"/>
                <a:cs typeface="Arial"/>
                <a:sym typeface="Arial"/>
              </a:defRPr>
            </a:lvl5pPr>
            <a:lvl6pPr lvl="5" marR="0" rtl="0" algn="l">
              <a:spcBef>
                <a:spcPts val="600"/>
              </a:spcBef>
              <a:spcAft>
                <a:spcPts val="0"/>
              </a:spcAft>
              <a:buClr>
                <a:schemeClr val="lt2"/>
              </a:buClr>
              <a:buSzPts val="1120"/>
              <a:buFont typeface="Noto Sans Symbols"/>
              <a:buNone/>
              <a:defRPr b="0" i="0" sz="1600" u="none" cap="none" strike="noStrike">
                <a:solidFill>
                  <a:schemeClr val="lt2"/>
                </a:solidFill>
                <a:latin typeface="Arial"/>
                <a:ea typeface="Arial"/>
                <a:cs typeface="Arial"/>
                <a:sym typeface="Arial"/>
              </a:defRPr>
            </a:lvl6pPr>
            <a:lvl7pPr lvl="6" marR="0" rtl="0" algn="l">
              <a:spcBef>
                <a:spcPts val="600"/>
              </a:spcBef>
              <a:spcAft>
                <a:spcPts val="0"/>
              </a:spcAft>
              <a:buClr>
                <a:schemeClr val="lt2"/>
              </a:buClr>
              <a:buSzPts val="1120"/>
              <a:buFont typeface="Noto Sans Symbols"/>
              <a:buNone/>
              <a:defRPr b="0" i="0" sz="1600" u="none" cap="none" strike="noStrike">
                <a:solidFill>
                  <a:schemeClr val="lt2"/>
                </a:solidFill>
                <a:latin typeface="Arial"/>
                <a:ea typeface="Arial"/>
                <a:cs typeface="Arial"/>
                <a:sym typeface="Arial"/>
              </a:defRPr>
            </a:lvl7pPr>
            <a:lvl8pPr lvl="7" marR="0" rtl="0" algn="l">
              <a:spcBef>
                <a:spcPts val="600"/>
              </a:spcBef>
              <a:spcAft>
                <a:spcPts val="0"/>
              </a:spcAft>
              <a:buClr>
                <a:schemeClr val="lt2"/>
              </a:buClr>
              <a:buSzPts val="1120"/>
              <a:buFont typeface="Noto Sans Symbols"/>
              <a:buNone/>
              <a:defRPr b="0" i="0" sz="1600" u="none" cap="none" strike="noStrike">
                <a:solidFill>
                  <a:schemeClr val="lt2"/>
                </a:solidFill>
                <a:latin typeface="Arial"/>
                <a:ea typeface="Arial"/>
                <a:cs typeface="Arial"/>
                <a:sym typeface="Arial"/>
              </a:defRPr>
            </a:lvl8pPr>
            <a:lvl9pPr lvl="8" marR="0" rtl="0" algn="l">
              <a:spcBef>
                <a:spcPts val="600"/>
              </a:spcBef>
              <a:spcAft>
                <a:spcPts val="600"/>
              </a:spcAft>
              <a:buClr>
                <a:schemeClr val="lt2"/>
              </a:buClr>
              <a:buSzPts val="1120"/>
              <a:buFont typeface="Noto Sans Symbols"/>
              <a:buNone/>
              <a:defRPr b="0" i="0" sz="1600" u="none" cap="none" strike="noStrike">
                <a:solidFill>
                  <a:schemeClr val="lt2"/>
                </a:solidFill>
                <a:latin typeface="Arial"/>
                <a:ea typeface="Arial"/>
                <a:cs typeface="Arial"/>
                <a:sym typeface="Arial"/>
              </a:defRPr>
            </a:lvl9pPr>
          </a:lstStyle>
          <a:p/>
        </p:txBody>
      </p:sp>
      <p:sp>
        <p:nvSpPr>
          <p:cNvPr id="128" name="Google Shape;128;p19"/>
          <p:cNvSpPr txBox="1"/>
          <p:nvPr>
            <p:ph idx="9" type="body"/>
          </p:nvPr>
        </p:nvSpPr>
        <p:spPr>
          <a:xfrm>
            <a:off x="7966572" y="4572442"/>
            <a:ext cx="3300984" cy="1218758"/>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lvl1pPr indent="-228600" lvl="0" marL="457200" algn="ctr">
              <a:lnSpc>
                <a:spcPct val="110000"/>
              </a:lnSpc>
              <a:spcBef>
                <a:spcPts val="280"/>
              </a:spcBef>
              <a:spcAft>
                <a:spcPts val="0"/>
              </a:spcAft>
              <a:buSzPts val="980"/>
              <a:buNone/>
              <a:defRPr sz="1400"/>
            </a:lvl1pPr>
            <a:lvl2pPr indent="-228600" lvl="1" marL="914400" algn="l">
              <a:lnSpc>
                <a:spcPct val="110000"/>
              </a:lnSpc>
              <a:spcBef>
                <a:spcPts val="600"/>
              </a:spcBef>
              <a:spcAft>
                <a:spcPts val="0"/>
              </a:spcAft>
              <a:buSzPts val="840"/>
              <a:buNone/>
              <a:defRPr sz="1200"/>
            </a:lvl2pPr>
            <a:lvl3pPr indent="-228600" lvl="2" marL="1371600" algn="l">
              <a:lnSpc>
                <a:spcPct val="110000"/>
              </a:lnSpc>
              <a:spcBef>
                <a:spcPts val="600"/>
              </a:spcBef>
              <a:spcAft>
                <a:spcPts val="0"/>
              </a:spcAft>
              <a:buSzPts val="700"/>
              <a:buNone/>
              <a:defRPr sz="1000"/>
            </a:lvl3pPr>
            <a:lvl4pPr indent="-228600" lvl="3" marL="1828800" algn="l">
              <a:lnSpc>
                <a:spcPct val="110000"/>
              </a:lnSpc>
              <a:spcBef>
                <a:spcPts val="600"/>
              </a:spcBef>
              <a:spcAft>
                <a:spcPts val="0"/>
              </a:spcAft>
              <a:buSzPts val="630"/>
              <a:buNone/>
              <a:defRPr sz="900"/>
            </a:lvl4pPr>
            <a:lvl5pPr indent="-228600" lvl="4" marL="2286000" algn="l">
              <a:lnSpc>
                <a:spcPct val="110000"/>
              </a:lnSpc>
              <a:spcBef>
                <a:spcPts val="600"/>
              </a:spcBef>
              <a:spcAft>
                <a:spcPts val="0"/>
              </a:spcAft>
              <a:buSzPts val="630"/>
              <a:buNone/>
              <a:defRPr sz="900"/>
            </a:lvl5pPr>
            <a:lvl6pPr indent="-228600" lvl="5" marL="2743200" algn="l">
              <a:spcBef>
                <a:spcPts val="600"/>
              </a:spcBef>
              <a:spcAft>
                <a:spcPts val="0"/>
              </a:spcAft>
              <a:buSzPts val="630"/>
              <a:buNone/>
              <a:defRPr sz="900"/>
            </a:lvl6pPr>
            <a:lvl7pPr indent="-228600" lvl="6" marL="3200400" algn="l">
              <a:spcBef>
                <a:spcPts val="600"/>
              </a:spcBef>
              <a:spcAft>
                <a:spcPts val="0"/>
              </a:spcAft>
              <a:buSzPts val="630"/>
              <a:buNone/>
              <a:defRPr sz="900"/>
            </a:lvl7pPr>
            <a:lvl8pPr indent="-228600" lvl="7" marL="3657600" algn="l">
              <a:spcBef>
                <a:spcPts val="600"/>
              </a:spcBef>
              <a:spcAft>
                <a:spcPts val="0"/>
              </a:spcAft>
              <a:buSzPts val="630"/>
              <a:buNone/>
              <a:defRPr sz="900"/>
            </a:lvl8pPr>
            <a:lvl9pPr indent="-228600" lvl="8" marL="4114800" algn="l">
              <a:spcBef>
                <a:spcPts val="600"/>
              </a:spcBef>
              <a:spcAft>
                <a:spcPts val="600"/>
              </a:spcAft>
              <a:buSzPts val="630"/>
              <a:buNone/>
              <a:defRPr sz="900"/>
            </a:lvl9pPr>
          </a:lstStyle>
          <a:p/>
        </p:txBody>
      </p:sp>
      <p:sp>
        <p:nvSpPr>
          <p:cNvPr id="129" name="Google Shape;129;p19"/>
          <p:cNvSpPr txBox="1"/>
          <p:nvPr>
            <p:ph idx="10" type="dt"/>
          </p:nvPr>
        </p:nvSpPr>
        <p:spPr>
          <a:xfrm>
            <a:off x="7678736" y="6000749"/>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0" name="Google Shape;130;p19"/>
          <p:cNvSpPr txBox="1"/>
          <p:nvPr>
            <p:ph idx="11" type="ftr"/>
          </p:nvPr>
        </p:nvSpPr>
        <p:spPr>
          <a:xfrm>
            <a:off x="913795" y="6000749"/>
            <a:ext cx="6672865"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1" name="Google Shape;131;p19"/>
          <p:cNvSpPr txBox="1"/>
          <p:nvPr>
            <p:ph idx="12" type="sldNum"/>
          </p:nvPr>
        </p:nvSpPr>
        <p:spPr>
          <a:xfrm>
            <a:off x="10514011" y="6000749"/>
            <a:ext cx="75354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32" name="Shape 132"/>
        <p:cNvGrpSpPr/>
        <p:nvPr/>
      </p:nvGrpSpPr>
      <p:grpSpPr>
        <a:xfrm>
          <a:off x="0" y="0"/>
          <a:ext cx="0" cy="0"/>
          <a:chOff x="0" y="0"/>
          <a:chExt cx="0" cy="0"/>
        </a:xfrm>
      </p:grpSpPr>
      <p:sp>
        <p:nvSpPr>
          <p:cNvPr id="133" name="Google Shape;133;p20"/>
          <p:cNvSpPr txBox="1"/>
          <p:nvPr>
            <p:ph type="title"/>
          </p:nvPr>
        </p:nvSpPr>
        <p:spPr>
          <a:xfrm>
            <a:off x="913795" y="609600"/>
            <a:ext cx="10353762" cy="1257300"/>
          </a:xfrm>
          <a:prstGeom prst="rect">
            <a:avLst/>
          </a:prstGeom>
          <a:noFill/>
          <a:ln>
            <a:noFill/>
          </a:ln>
          <a:effectLst>
            <a:outerShdw blurRad="25400">
              <a:srgbClr val="000000">
                <a:alpha val="45882"/>
              </a:srgbClr>
            </a:outerShdw>
          </a:effectLst>
        </p:spPr>
        <p:txBody>
          <a:bodyPr anchorCtr="0" anchor="ctr" bIns="45700" lIns="91425" spcFirstLastPara="1" rIns="91425" wrap="square" tIns="45700">
            <a:normAutofit/>
          </a:bodyPr>
          <a:lstStyle>
            <a:lvl1pPr lvl="0" algn="ctr">
              <a:lnSpc>
                <a:spcPct val="90000"/>
              </a:lnSpc>
              <a:spcBef>
                <a:spcPts val="0"/>
              </a:spcBef>
              <a:spcAft>
                <a:spcPts val="0"/>
              </a:spcAft>
              <a:buClr>
                <a:schemeClr val="lt2"/>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4" name="Google Shape;134;p20"/>
          <p:cNvSpPr txBox="1"/>
          <p:nvPr>
            <p:ph idx="1" type="body"/>
          </p:nvPr>
        </p:nvSpPr>
        <p:spPr>
          <a:xfrm rot="5400000">
            <a:off x="4233302" y="-1243056"/>
            <a:ext cx="3714749" cy="10353762"/>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lvl1pPr indent="-308610" lvl="0" marL="457200" algn="l">
              <a:lnSpc>
                <a:spcPct val="110000"/>
              </a:lnSpc>
              <a:spcBef>
                <a:spcPts val="360"/>
              </a:spcBef>
              <a:spcAft>
                <a:spcPts val="0"/>
              </a:spcAft>
              <a:buSzPts val="1260"/>
              <a:buChar char="◈"/>
              <a:defRPr/>
            </a:lvl1pPr>
            <a:lvl2pPr indent="-308610" lvl="1" marL="914400" algn="l">
              <a:lnSpc>
                <a:spcPct val="110000"/>
              </a:lnSpc>
              <a:spcBef>
                <a:spcPts val="600"/>
              </a:spcBef>
              <a:spcAft>
                <a:spcPts val="0"/>
              </a:spcAft>
              <a:buSzPts val="1260"/>
              <a:buChar char="🞚"/>
              <a:defRPr/>
            </a:lvl2pPr>
            <a:lvl3pPr indent="-308610" lvl="2" marL="1371600" algn="l">
              <a:lnSpc>
                <a:spcPct val="110000"/>
              </a:lnSpc>
              <a:spcBef>
                <a:spcPts val="600"/>
              </a:spcBef>
              <a:spcAft>
                <a:spcPts val="0"/>
              </a:spcAft>
              <a:buSzPts val="1260"/>
              <a:buChar char="◈"/>
              <a:defRPr/>
            </a:lvl3pPr>
            <a:lvl4pPr indent="-308610" lvl="3" marL="1828800" algn="l">
              <a:lnSpc>
                <a:spcPct val="110000"/>
              </a:lnSpc>
              <a:spcBef>
                <a:spcPts val="600"/>
              </a:spcBef>
              <a:spcAft>
                <a:spcPts val="0"/>
              </a:spcAft>
              <a:buSzPts val="1260"/>
              <a:buChar char="🞚"/>
              <a:defRPr/>
            </a:lvl4pPr>
            <a:lvl5pPr indent="-308610" lvl="4" marL="2286000" algn="l">
              <a:lnSpc>
                <a:spcPct val="110000"/>
              </a:lnSpc>
              <a:spcBef>
                <a:spcPts val="600"/>
              </a:spcBef>
              <a:spcAft>
                <a:spcPts val="0"/>
              </a:spcAft>
              <a:buSzPts val="1260"/>
              <a:buChar char="◈"/>
              <a:defRPr/>
            </a:lvl5pPr>
            <a:lvl6pPr indent="-308610" lvl="5" marL="2743200" algn="l">
              <a:spcBef>
                <a:spcPts val="600"/>
              </a:spcBef>
              <a:spcAft>
                <a:spcPts val="0"/>
              </a:spcAft>
              <a:buSzPts val="1260"/>
              <a:buChar char="◈"/>
              <a:defRPr/>
            </a:lvl6pPr>
            <a:lvl7pPr indent="-308610" lvl="6" marL="3200400" algn="l">
              <a:spcBef>
                <a:spcPts val="600"/>
              </a:spcBef>
              <a:spcAft>
                <a:spcPts val="0"/>
              </a:spcAft>
              <a:buSzPts val="1260"/>
              <a:buChar char="◈"/>
              <a:defRPr/>
            </a:lvl7pPr>
            <a:lvl8pPr indent="-308609" lvl="7" marL="3657600" algn="l">
              <a:spcBef>
                <a:spcPts val="600"/>
              </a:spcBef>
              <a:spcAft>
                <a:spcPts val="0"/>
              </a:spcAft>
              <a:buSzPts val="1260"/>
              <a:buChar char="◈"/>
              <a:defRPr/>
            </a:lvl8pPr>
            <a:lvl9pPr indent="-308609" lvl="8" marL="4114800" algn="l">
              <a:spcBef>
                <a:spcPts val="600"/>
              </a:spcBef>
              <a:spcAft>
                <a:spcPts val="600"/>
              </a:spcAft>
              <a:buSzPts val="1260"/>
              <a:buChar char="◈"/>
              <a:defRPr/>
            </a:lvl9pPr>
          </a:lstStyle>
          <a:p/>
        </p:txBody>
      </p:sp>
      <p:sp>
        <p:nvSpPr>
          <p:cNvPr id="135" name="Google Shape;135;p20"/>
          <p:cNvSpPr txBox="1"/>
          <p:nvPr>
            <p:ph idx="10" type="dt"/>
          </p:nvPr>
        </p:nvSpPr>
        <p:spPr>
          <a:xfrm>
            <a:off x="7678736" y="6000749"/>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6" name="Google Shape;136;p20"/>
          <p:cNvSpPr txBox="1"/>
          <p:nvPr>
            <p:ph idx="11" type="ftr"/>
          </p:nvPr>
        </p:nvSpPr>
        <p:spPr>
          <a:xfrm>
            <a:off x="913795" y="6000749"/>
            <a:ext cx="6672865"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7" name="Google Shape;137;p20"/>
          <p:cNvSpPr txBox="1"/>
          <p:nvPr>
            <p:ph idx="12" type="sldNum"/>
          </p:nvPr>
        </p:nvSpPr>
        <p:spPr>
          <a:xfrm>
            <a:off x="10514011" y="6000749"/>
            <a:ext cx="75354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38" name="Shape 138"/>
        <p:cNvGrpSpPr/>
        <p:nvPr/>
      </p:nvGrpSpPr>
      <p:grpSpPr>
        <a:xfrm>
          <a:off x="0" y="0"/>
          <a:ext cx="0" cy="0"/>
          <a:chOff x="0" y="0"/>
          <a:chExt cx="0" cy="0"/>
        </a:xfrm>
      </p:grpSpPr>
      <p:sp>
        <p:nvSpPr>
          <p:cNvPr id="139" name="Google Shape;139;p21"/>
          <p:cNvSpPr txBox="1"/>
          <p:nvPr>
            <p:ph type="title"/>
          </p:nvPr>
        </p:nvSpPr>
        <p:spPr>
          <a:xfrm rot="5400000">
            <a:off x="7534511" y="2058156"/>
            <a:ext cx="5181601" cy="2284487"/>
          </a:xfrm>
          <a:prstGeom prst="rect">
            <a:avLst/>
          </a:prstGeom>
          <a:noFill/>
          <a:ln>
            <a:noFill/>
          </a:ln>
          <a:effectLst>
            <a:outerShdw blurRad="25400">
              <a:srgbClr val="000000">
                <a:alpha val="45882"/>
              </a:srgbClr>
            </a:outerShdw>
          </a:effectLst>
        </p:spPr>
        <p:txBody>
          <a:bodyPr anchorCtr="0" anchor="ctr" bIns="45700" lIns="91425" spcFirstLastPara="1" rIns="91425" wrap="square" tIns="45700">
            <a:normAutofit/>
          </a:bodyPr>
          <a:lstStyle>
            <a:lvl1pPr lvl="0" algn="l">
              <a:lnSpc>
                <a:spcPct val="90000"/>
              </a:lnSpc>
              <a:spcBef>
                <a:spcPts val="0"/>
              </a:spcBef>
              <a:spcAft>
                <a:spcPts val="0"/>
              </a:spcAft>
              <a:buClr>
                <a:schemeClr val="lt2"/>
              </a:buClr>
              <a:buSzPts val="4000"/>
              <a:buFont typeface="Geo"/>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0" name="Google Shape;140;p21"/>
          <p:cNvSpPr txBox="1"/>
          <p:nvPr>
            <p:ph idx="1" type="body"/>
          </p:nvPr>
        </p:nvSpPr>
        <p:spPr>
          <a:xfrm rot="5400000">
            <a:off x="2281431" y="-758036"/>
            <a:ext cx="5181601" cy="7916872"/>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lvl1pPr indent="-308610" lvl="0" marL="457200" algn="l">
              <a:lnSpc>
                <a:spcPct val="110000"/>
              </a:lnSpc>
              <a:spcBef>
                <a:spcPts val="360"/>
              </a:spcBef>
              <a:spcAft>
                <a:spcPts val="0"/>
              </a:spcAft>
              <a:buSzPts val="1260"/>
              <a:buChar char="◈"/>
              <a:defRPr/>
            </a:lvl1pPr>
            <a:lvl2pPr indent="-308610" lvl="1" marL="914400" algn="l">
              <a:lnSpc>
                <a:spcPct val="110000"/>
              </a:lnSpc>
              <a:spcBef>
                <a:spcPts val="600"/>
              </a:spcBef>
              <a:spcAft>
                <a:spcPts val="0"/>
              </a:spcAft>
              <a:buSzPts val="1260"/>
              <a:buChar char="🞚"/>
              <a:defRPr/>
            </a:lvl2pPr>
            <a:lvl3pPr indent="-308610" lvl="2" marL="1371600" algn="l">
              <a:lnSpc>
                <a:spcPct val="110000"/>
              </a:lnSpc>
              <a:spcBef>
                <a:spcPts val="600"/>
              </a:spcBef>
              <a:spcAft>
                <a:spcPts val="0"/>
              </a:spcAft>
              <a:buSzPts val="1260"/>
              <a:buChar char="◈"/>
              <a:defRPr/>
            </a:lvl3pPr>
            <a:lvl4pPr indent="-308610" lvl="3" marL="1828800" algn="l">
              <a:lnSpc>
                <a:spcPct val="110000"/>
              </a:lnSpc>
              <a:spcBef>
                <a:spcPts val="600"/>
              </a:spcBef>
              <a:spcAft>
                <a:spcPts val="0"/>
              </a:spcAft>
              <a:buSzPts val="1260"/>
              <a:buChar char="🞚"/>
              <a:defRPr/>
            </a:lvl4pPr>
            <a:lvl5pPr indent="-308610" lvl="4" marL="2286000" algn="l">
              <a:lnSpc>
                <a:spcPct val="110000"/>
              </a:lnSpc>
              <a:spcBef>
                <a:spcPts val="600"/>
              </a:spcBef>
              <a:spcAft>
                <a:spcPts val="0"/>
              </a:spcAft>
              <a:buSzPts val="1260"/>
              <a:buChar char="◈"/>
              <a:defRPr/>
            </a:lvl5pPr>
            <a:lvl6pPr indent="-308610" lvl="5" marL="2743200" algn="l">
              <a:spcBef>
                <a:spcPts val="600"/>
              </a:spcBef>
              <a:spcAft>
                <a:spcPts val="0"/>
              </a:spcAft>
              <a:buSzPts val="1260"/>
              <a:buChar char="◈"/>
              <a:defRPr/>
            </a:lvl6pPr>
            <a:lvl7pPr indent="-308610" lvl="6" marL="3200400" algn="l">
              <a:spcBef>
                <a:spcPts val="600"/>
              </a:spcBef>
              <a:spcAft>
                <a:spcPts val="0"/>
              </a:spcAft>
              <a:buSzPts val="1260"/>
              <a:buChar char="◈"/>
              <a:defRPr/>
            </a:lvl7pPr>
            <a:lvl8pPr indent="-308609" lvl="7" marL="3657600" algn="l">
              <a:spcBef>
                <a:spcPts val="600"/>
              </a:spcBef>
              <a:spcAft>
                <a:spcPts val="0"/>
              </a:spcAft>
              <a:buSzPts val="1260"/>
              <a:buChar char="◈"/>
              <a:defRPr/>
            </a:lvl8pPr>
            <a:lvl9pPr indent="-308609" lvl="8" marL="4114800" algn="l">
              <a:spcBef>
                <a:spcPts val="600"/>
              </a:spcBef>
              <a:spcAft>
                <a:spcPts val="600"/>
              </a:spcAft>
              <a:buSzPts val="1260"/>
              <a:buChar char="◈"/>
              <a:defRPr/>
            </a:lvl9pPr>
          </a:lstStyle>
          <a:p/>
        </p:txBody>
      </p:sp>
      <p:sp>
        <p:nvSpPr>
          <p:cNvPr id="141" name="Google Shape;141;p21"/>
          <p:cNvSpPr txBox="1"/>
          <p:nvPr>
            <p:ph idx="10" type="dt"/>
          </p:nvPr>
        </p:nvSpPr>
        <p:spPr>
          <a:xfrm>
            <a:off x="7678736" y="6000749"/>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2" name="Google Shape;142;p21"/>
          <p:cNvSpPr txBox="1"/>
          <p:nvPr>
            <p:ph idx="11" type="ftr"/>
          </p:nvPr>
        </p:nvSpPr>
        <p:spPr>
          <a:xfrm>
            <a:off x="913795" y="6000749"/>
            <a:ext cx="6672865"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3" name="Google Shape;143;p21"/>
          <p:cNvSpPr txBox="1"/>
          <p:nvPr>
            <p:ph idx="12" type="sldNum"/>
          </p:nvPr>
        </p:nvSpPr>
        <p:spPr>
          <a:xfrm>
            <a:off x="10514011" y="6000749"/>
            <a:ext cx="75354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6" Type="http://schemas.openxmlformats.org/officeDocument/2006/relationships/slideLayout" Target="../slideLayouts/slideLayout6.xml"/><Relationship Id="rId18" Type="http://schemas.openxmlformats.org/officeDocument/2006/relationships/theme" Target="../theme/theme1.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24366"/>
        </a:solidFill>
      </p:bgPr>
    </p:bg>
    <p:spTree>
      <p:nvGrpSpPr>
        <p:cNvPr id="9" name="Shape 9"/>
        <p:cNvGrpSpPr/>
        <p:nvPr/>
      </p:nvGrpSpPr>
      <p:grpSpPr>
        <a:xfrm>
          <a:off x="0" y="0"/>
          <a:ext cx="0" cy="0"/>
          <a:chOff x="0" y="0"/>
          <a:chExt cx="0" cy="0"/>
        </a:xfrm>
      </p:grpSpPr>
      <p:sp>
        <p:nvSpPr>
          <p:cNvPr id="10" name="Google Shape;10;p4"/>
          <p:cNvSpPr txBox="1"/>
          <p:nvPr>
            <p:ph type="title"/>
          </p:nvPr>
        </p:nvSpPr>
        <p:spPr>
          <a:xfrm>
            <a:off x="913795" y="609600"/>
            <a:ext cx="10353762" cy="1257300"/>
          </a:xfrm>
          <a:prstGeom prst="rect">
            <a:avLst/>
          </a:prstGeom>
          <a:noFill/>
          <a:ln>
            <a:noFill/>
          </a:ln>
          <a:effectLst>
            <a:outerShdw blurRad="25400">
              <a:srgbClr val="000000">
                <a:alpha val="45882"/>
              </a:srgbClr>
            </a:outerShdw>
          </a:effectLst>
        </p:spPr>
        <p:txBody>
          <a:bodyPr anchorCtr="0" anchor="ctr" bIns="45700" lIns="91425" spcFirstLastPara="1" rIns="91425" wrap="square" tIns="45700">
            <a:normAutofit/>
          </a:bodyPr>
          <a:lstStyle>
            <a:lvl1pPr lvl="0" marR="0" rtl="0" algn="ctr">
              <a:lnSpc>
                <a:spcPct val="90000"/>
              </a:lnSpc>
              <a:spcBef>
                <a:spcPts val="0"/>
              </a:spcBef>
              <a:spcAft>
                <a:spcPts val="0"/>
              </a:spcAft>
              <a:buClr>
                <a:schemeClr val="lt2"/>
              </a:buClr>
              <a:buSzPts val="4000"/>
              <a:buFont typeface="Geo"/>
              <a:buNone/>
              <a:defRPr b="0" i="0" sz="4000" u="none" cap="none" strike="noStrike">
                <a:solidFill>
                  <a:schemeClr val="lt2"/>
                </a:solidFill>
                <a:latin typeface="Geo"/>
                <a:ea typeface="Geo"/>
                <a:cs typeface="Geo"/>
                <a:sym typeface="Geo"/>
              </a:defRPr>
            </a:lvl1pPr>
            <a:lvl2pPr lvl="1" marR="0" rtl="0" algn="l">
              <a:spcBef>
                <a:spcPts val="0"/>
              </a:spcBef>
              <a:spcAft>
                <a:spcPts val="0"/>
              </a:spcAft>
              <a:buSzPts val="1400"/>
              <a:buNone/>
              <a:defRPr b="0" i="0" sz="1800" u="none" cap="none" strike="noStrike">
                <a:solidFill>
                  <a:schemeClr val="lt2"/>
                </a:solidFill>
              </a:defRPr>
            </a:lvl2pPr>
            <a:lvl3pPr lvl="2" marR="0" rtl="0" algn="l">
              <a:spcBef>
                <a:spcPts val="0"/>
              </a:spcBef>
              <a:spcAft>
                <a:spcPts val="0"/>
              </a:spcAft>
              <a:buSzPts val="1400"/>
              <a:buNone/>
              <a:defRPr b="0" i="0" sz="1800" u="none" cap="none" strike="noStrike">
                <a:solidFill>
                  <a:schemeClr val="lt2"/>
                </a:solidFill>
              </a:defRPr>
            </a:lvl3pPr>
            <a:lvl4pPr lvl="3" marR="0" rtl="0" algn="l">
              <a:spcBef>
                <a:spcPts val="0"/>
              </a:spcBef>
              <a:spcAft>
                <a:spcPts val="0"/>
              </a:spcAft>
              <a:buSzPts val="1400"/>
              <a:buNone/>
              <a:defRPr b="0" i="0" sz="1800" u="none" cap="none" strike="noStrike">
                <a:solidFill>
                  <a:schemeClr val="lt2"/>
                </a:solidFill>
              </a:defRPr>
            </a:lvl4pPr>
            <a:lvl5pPr lvl="4" marR="0" rtl="0" algn="l">
              <a:spcBef>
                <a:spcPts val="0"/>
              </a:spcBef>
              <a:spcAft>
                <a:spcPts val="0"/>
              </a:spcAft>
              <a:buSzPts val="1400"/>
              <a:buNone/>
              <a:defRPr b="0" i="0" sz="1800" u="none" cap="none" strike="noStrike">
                <a:solidFill>
                  <a:schemeClr val="lt2"/>
                </a:solidFill>
              </a:defRPr>
            </a:lvl5pPr>
            <a:lvl6pPr lvl="5" marR="0" rtl="0" algn="l">
              <a:spcBef>
                <a:spcPts val="0"/>
              </a:spcBef>
              <a:spcAft>
                <a:spcPts val="0"/>
              </a:spcAft>
              <a:buSzPts val="1400"/>
              <a:buNone/>
              <a:defRPr b="0" i="0" sz="1800" u="none" cap="none" strike="noStrike">
                <a:solidFill>
                  <a:schemeClr val="lt2"/>
                </a:solidFill>
              </a:defRPr>
            </a:lvl6pPr>
            <a:lvl7pPr lvl="6" marR="0" rtl="0" algn="l">
              <a:spcBef>
                <a:spcPts val="0"/>
              </a:spcBef>
              <a:spcAft>
                <a:spcPts val="0"/>
              </a:spcAft>
              <a:buSzPts val="1400"/>
              <a:buNone/>
              <a:defRPr b="0" i="0" sz="1800" u="none" cap="none" strike="noStrike">
                <a:solidFill>
                  <a:schemeClr val="lt2"/>
                </a:solidFill>
              </a:defRPr>
            </a:lvl7pPr>
            <a:lvl8pPr lvl="7" marR="0" rtl="0" algn="l">
              <a:spcBef>
                <a:spcPts val="0"/>
              </a:spcBef>
              <a:spcAft>
                <a:spcPts val="0"/>
              </a:spcAft>
              <a:buSzPts val="1400"/>
              <a:buNone/>
              <a:defRPr b="0" i="0" sz="1800" u="none" cap="none" strike="noStrike">
                <a:solidFill>
                  <a:schemeClr val="lt2"/>
                </a:solidFill>
              </a:defRPr>
            </a:lvl8pPr>
            <a:lvl9pPr lvl="8" marR="0" rtl="0" algn="l">
              <a:spcBef>
                <a:spcPts val="0"/>
              </a:spcBef>
              <a:spcAft>
                <a:spcPts val="0"/>
              </a:spcAft>
              <a:buSzPts val="1400"/>
              <a:buNone/>
              <a:defRPr b="0" i="0" sz="1800" u="none" cap="none" strike="noStrike">
                <a:solidFill>
                  <a:schemeClr val="lt2"/>
                </a:solidFill>
              </a:defRPr>
            </a:lvl9pPr>
          </a:lstStyle>
          <a:p/>
        </p:txBody>
      </p:sp>
      <p:sp>
        <p:nvSpPr>
          <p:cNvPr id="11" name="Google Shape;11;p4"/>
          <p:cNvSpPr txBox="1"/>
          <p:nvPr>
            <p:ph idx="1" type="body"/>
          </p:nvPr>
        </p:nvSpPr>
        <p:spPr>
          <a:xfrm>
            <a:off x="913795" y="2076450"/>
            <a:ext cx="10353762" cy="3714749"/>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lvl1pPr indent="-321945" lvl="0" marL="457200" marR="0" rtl="0" algn="l">
              <a:lnSpc>
                <a:spcPct val="110000"/>
              </a:lnSpc>
              <a:spcBef>
                <a:spcPts val="420"/>
              </a:spcBef>
              <a:spcAft>
                <a:spcPts val="0"/>
              </a:spcAft>
              <a:buClr>
                <a:schemeClr val="lt2"/>
              </a:buClr>
              <a:buSzPts val="1470"/>
              <a:buFont typeface="Noto Sans Symbols"/>
              <a:buChar char="◈"/>
              <a:defRPr b="0" i="0" sz="2100" u="none" cap="none" strike="noStrike">
                <a:solidFill>
                  <a:schemeClr val="lt2"/>
                </a:solidFill>
                <a:latin typeface="Arial"/>
                <a:ea typeface="Arial"/>
                <a:cs typeface="Arial"/>
                <a:sym typeface="Arial"/>
              </a:defRPr>
            </a:lvl1pPr>
            <a:lvl2pPr indent="-313055" lvl="1" marL="914400" marR="0" rtl="0" algn="l">
              <a:lnSpc>
                <a:spcPct val="110000"/>
              </a:lnSpc>
              <a:spcBef>
                <a:spcPts val="600"/>
              </a:spcBef>
              <a:spcAft>
                <a:spcPts val="0"/>
              </a:spcAft>
              <a:buClr>
                <a:schemeClr val="lt2"/>
              </a:buClr>
              <a:buSzPts val="1330"/>
              <a:buFont typeface="Noto Sans Symbols"/>
              <a:buChar char="🞚"/>
              <a:defRPr b="0" i="0" sz="1900" u="none" cap="none" strike="noStrike">
                <a:solidFill>
                  <a:schemeClr val="lt2"/>
                </a:solidFill>
                <a:latin typeface="Arial"/>
                <a:ea typeface="Arial"/>
                <a:cs typeface="Arial"/>
                <a:sym typeface="Arial"/>
              </a:defRPr>
            </a:lvl2pPr>
            <a:lvl3pPr indent="-304164" lvl="2" marL="1371600" marR="0" rtl="0" algn="l">
              <a:lnSpc>
                <a:spcPct val="110000"/>
              </a:lnSpc>
              <a:spcBef>
                <a:spcPts val="600"/>
              </a:spcBef>
              <a:spcAft>
                <a:spcPts val="0"/>
              </a:spcAft>
              <a:buClr>
                <a:schemeClr val="lt2"/>
              </a:buClr>
              <a:buSzPts val="1190"/>
              <a:buFont typeface="Noto Sans Symbols"/>
              <a:buChar char="◈"/>
              <a:defRPr b="0" i="0" sz="1700" u="none" cap="none" strike="noStrike">
                <a:solidFill>
                  <a:schemeClr val="lt2"/>
                </a:solidFill>
                <a:latin typeface="Arial"/>
                <a:ea typeface="Arial"/>
                <a:cs typeface="Arial"/>
                <a:sym typeface="Arial"/>
              </a:defRPr>
            </a:lvl3pPr>
            <a:lvl4pPr indent="-295275" lvl="3" marL="1828800" marR="0" rtl="0" algn="l">
              <a:lnSpc>
                <a:spcPct val="110000"/>
              </a:lnSpc>
              <a:spcBef>
                <a:spcPts val="600"/>
              </a:spcBef>
              <a:spcAft>
                <a:spcPts val="0"/>
              </a:spcAft>
              <a:buClr>
                <a:schemeClr val="lt2"/>
              </a:buClr>
              <a:buSzPts val="1050"/>
              <a:buFont typeface="Noto Sans Symbols"/>
              <a:buChar char="🞚"/>
              <a:defRPr b="0" i="0" sz="1500" u="none" cap="none" strike="noStrike">
                <a:solidFill>
                  <a:schemeClr val="lt2"/>
                </a:solidFill>
                <a:latin typeface="Arial"/>
                <a:ea typeface="Arial"/>
                <a:cs typeface="Arial"/>
                <a:sym typeface="Arial"/>
              </a:defRPr>
            </a:lvl4pPr>
            <a:lvl5pPr indent="-295275" lvl="4" marL="2286000" marR="0" rtl="0" algn="l">
              <a:lnSpc>
                <a:spcPct val="110000"/>
              </a:lnSpc>
              <a:spcBef>
                <a:spcPts val="600"/>
              </a:spcBef>
              <a:spcAft>
                <a:spcPts val="0"/>
              </a:spcAft>
              <a:buClr>
                <a:schemeClr val="lt2"/>
              </a:buClr>
              <a:buSzPts val="1050"/>
              <a:buFont typeface="Noto Sans Symbols"/>
              <a:buChar char="◈"/>
              <a:defRPr b="0" i="0" sz="1500" u="none" cap="none" strike="noStrike">
                <a:solidFill>
                  <a:schemeClr val="lt2"/>
                </a:solidFill>
                <a:latin typeface="Arial"/>
                <a:ea typeface="Arial"/>
                <a:cs typeface="Arial"/>
                <a:sym typeface="Arial"/>
              </a:defRPr>
            </a:lvl5pPr>
            <a:lvl6pPr indent="-290829" lvl="5" marL="2743200" marR="0" rtl="0" algn="l">
              <a:spcBef>
                <a:spcPts val="600"/>
              </a:spcBef>
              <a:spcAft>
                <a:spcPts val="0"/>
              </a:spcAft>
              <a:buClr>
                <a:schemeClr val="lt2"/>
              </a:buClr>
              <a:buSzPts val="980"/>
              <a:buFont typeface="Noto Sans Symbols"/>
              <a:buChar char="◈"/>
              <a:defRPr b="0" i="0" sz="1400" u="none" cap="none" strike="noStrike">
                <a:solidFill>
                  <a:schemeClr val="lt2"/>
                </a:solidFill>
                <a:latin typeface="Arial"/>
                <a:ea typeface="Arial"/>
                <a:cs typeface="Arial"/>
                <a:sym typeface="Arial"/>
              </a:defRPr>
            </a:lvl6pPr>
            <a:lvl7pPr indent="-290829" lvl="6" marL="3200400" marR="0" rtl="0" algn="l">
              <a:spcBef>
                <a:spcPts val="600"/>
              </a:spcBef>
              <a:spcAft>
                <a:spcPts val="0"/>
              </a:spcAft>
              <a:buClr>
                <a:schemeClr val="lt2"/>
              </a:buClr>
              <a:buSzPts val="980"/>
              <a:buFont typeface="Noto Sans Symbols"/>
              <a:buChar char="◈"/>
              <a:defRPr b="0" i="0" sz="1400" u="none" cap="none" strike="noStrike">
                <a:solidFill>
                  <a:schemeClr val="lt2"/>
                </a:solidFill>
                <a:latin typeface="Arial"/>
                <a:ea typeface="Arial"/>
                <a:cs typeface="Arial"/>
                <a:sym typeface="Arial"/>
              </a:defRPr>
            </a:lvl7pPr>
            <a:lvl8pPr indent="-290829" lvl="7" marL="3657600" marR="0" rtl="0" algn="l">
              <a:spcBef>
                <a:spcPts val="600"/>
              </a:spcBef>
              <a:spcAft>
                <a:spcPts val="0"/>
              </a:spcAft>
              <a:buClr>
                <a:schemeClr val="lt2"/>
              </a:buClr>
              <a:buSzPts val="980"/>
              <a:buFont typeface="Noto Sans Symbols"/>
              <a:buChar char="◈"/>
              <a:defRPr b="0" i="0" sz="1400" u="none" cap="none" strike="noStrike">
                <a:solidFill>
                  <a:schemeClr val="lt2"/>
                </a:solidFill>
                <a:latin typeface="Arial"/>
                <a:ea typeface="Arial"/>
                <a:cs typeface="Arial"/>
                <a:sym typeface="Arial"/>
              </a:defRPr>
            </a:lvl8pPr>
            <a:lvl9pPr indent="-290829" lvl="8" marL="4114800" marR="0" rtl="0" algn="l">
              <a:spcBef>
                <a:spcPts val="600"/>
              </a:spcBef>
              <a:spcAft>
                <a:spcPts val="600"/>
              </a:spcAft>
              <a:buClr>
                <a:schemeClr val="lt2"/>
              </a:buClr>
              <a:buSzPts val="980"/>
              <a:buFont typeface="Noto Sans Symbols"/>
              <a:buChar char="◈"/>
              <a:defRPr b="0" i="0" sz="1400" u="none" cap="none" strike="noStrike">
                <a:solidFill>
                  <a:schemeClr val="lt2"/>
                </a:solidFill>
                <a:latin typeface="Arial"/>
                <a:ea typeface="Arial"/>
                <a:cs typeface="Arial"/>
                <a:sym typeface="Arial"/>
              </a:defRPr>
            </a:lvl9pPr>
          </a:lstStyle>
          <a:p/>
        </p:txBody>
      </p:sp>
      <p:sp>
        <p:nvSpPr>
          <p:cNvPr id="12" name="Google Shape;12;p4"/>
          <p:cNvSpPr txBox="1"/>
          <p:nvPr>
            <p:ph idx="10" type="dt"/>
          </p:nvPr>
        </p:nvSpPr>
        <p:spPr>
          <a:xfrm>
            <a:off x="7678736" y="6000749"/>
            <a:ext cx="2743200" cy="365125"/>
          </a:xfrm>
          <a:prstGeom prst="rect">
            <a:avLst/>
          </a:prstGeom>
          <a:noFill/>
          <a:ln>
            <a:noFill/>
          </a:ln>
        </p:spPr>
        <p:txBody>
          <a:bodyPr anchorCtr="0" anchor="ctr" bIns="45700" lIns="91425" spcFirstLastPara="1" rIns="91425" wrap="square" tIns="45700">
            <a:noAutofit/>
          </a:bodyPr>
          <a:lstStyle>
            <a:lvl1pPr lvl="0" marR="0" rtl="0" algn="r">
              <a:spcBef>
                <a:spcPts val="0"/>
              </a:spcBef>
              <a:spcAft>
                <a:spcPts val="0"/>
              </a:spcAft>
              <a:buSzPts val="1400"/>
              <a:buNone/>
              <a:defRPr b="0" i="0" sz="1100" u="none" cap="none" strike="noStrike">
                <a:solidFill>
                  <a:srgbClr val="F2F2F2"/>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lt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lt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lt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lt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lt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lt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lt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lt1"/>
                </a:solidFill>
                <a:latin typeface="Arial"/>
                <a:ea typeface="Arial"/>
                <a:cs typeface="Arial"/>
                <a:sym typeface="Arial"/>
              </a:defRPr>
            </a:lvl9pPr>
          </a:lstStyle>
          <a:p/>
        </p:txBody>
      </p:sp>
      <p:sp>
        <p:nvSpPr>
          <p:cNvPr id="13" name="Google Shape;13;p4"/>
          <p:cNvSpPr txBox="1"/>
          <p:nvPr>
            <p:ph idx="11" type="ftr"/>
          </p:nvPr>
        </p:nvSpPr>
        <p:spPr>
          <a:xfrm>
            <a:off x="913795" y="6000749"/>
            <a:ext cx="6672865"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100" u="none" cap="none" strike="noStrike">
                <a:solidFill>
                  <a:srgbClr val="F2F2F2"/>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lt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lt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lt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lt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lt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lt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lt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lt1"/>
                </a:solidFill>
                <a:latin typeface="Arial"/>
                <a:ea typeface="Arial"/>
                <a:cs typeface="Arial"/>
                <a:sym typeface="Arial"/>
              </a:defRPr>
            </a:lvl9pPr>
          </a:lstStyle>
          <a:p/>
        </p:txBody>
      </p:sp>
      <p:sp>
        <p:nvSpPr>
          <p:cNvPr id="14" name="Google Shape;14;p4"/>
          <p:cNvSpPr txBox="1"/>
          <p:nvPr>
            <p:ph idx="12" type="sldNum"/>
          </p:nvPr>
        </p:nvSpPr>
        <p:spPr>
          <a:xfrm>
            <a:off x="10514011" y="6000749"/>
            <a:ext cx="753545"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100" u="none" cap="none" strike="noStrike">
                <a:solidFill>
                  <a:srgbClr val="F2F2F2"/>
                </a:solidFill>
                <a:latin typeface="Arial"/>
                <a:ea typeface="Arial"/>
                <a:cs typeface="Arial"/>
                <a:sym typeface="Arial"/>
              </a:defRPr>
            </a:lvl1pPr>
            <a:lvl2pPr indent="0" lvl="1" marL="0" marR="0" rtl="0" algn="r">
              <a:spcBef>
                <a:spcPts val="0"/>
              </a:spcBef>
              <a:buNone/>
              <a:defRPr b="0" i="0" sz="1100" u="none" cap="none" strike="noStrike">
                <a:solidFill>
                  <a:srgbClr val="F2F2F2"/>
                </a:solidFill>
                <a:latin typeface="Arial"/>
                <a:ea typeface="Arial"/>
                <a:cs typeface="Arial"/>
                <a:sym typeface="Arial"/>
              </a:defRPr>
            </a:lvl2pPr>
            <a:lvl3pPr indent="0" lvl="2" marL="0" marR="0" rtl="0" algn="r">
              <a:spcBef>
                <a:spcPts val="0"/>
              </a:spcBef>
              <a:buNone/>
              <a:defRPr b="0" i="0" sz="1100" u="none" cap="none" strike="noStrike">
                <a:solidFill>
                  <a:srgbClr val="F2F2F2"/>
                </a:solidFill>
                <a:latin typeface="Arial"/>
                <a:ea typeface="Arial"/>
                <a:cs typeface="Arial"/>
                <a:sym typeface="Arial"/>
              </a:defRPr>
            </a:lvl3pPr>
            <a:lvl4pPr indent="0" lvl="3" marL="0" marR="0" rtl="0" algn="r">
              <a:spcBef>
                <a:spcPts val="0"/>
              </a:spcBef>
              <a:buNone/>
              <a:defRPr b="0" i="0" sz="1100" u="none" cap="none" strike="noStrike">
                <a:solidFill>
                  <a:srgbClr val="F2F2F2"/>
                </a:solidFill>
                <a:latin typeface="Arial"/>
                <a:ea typeface="Arial"/>
                <a:cs typeface="Arial"/>
                <a:sym typeface="Arial"/>
              </a:defRPr>
            </a:lvl4pPr>
            <a:lvl5pPr indent="0" lvl="4" marL="0" marR="0" rtl="0" algn="r">
              <a:spcBef>
                <a:spcPts val="0"/>
              </a:spcBef>
              <a:buNone/>
              <a:defRPr b="0" i="0" sz="1100" u="none" cap="none" strike="noStrike">
                <a:solidFill>
                  <a:srgbClr val="F2F2F2"/>
                </a:solidFill>
                <a:latin typeface="Arial"/>
                <a:ea typeface="Arial"/>
                <a:cs typeface="Arial"/>
                <a:sym typeface="Arial"/>
              </a:defRPr>
            </a:lvl5pPr>
            <a:lvl6pPr indent="0" lvl="5" marL="0" marR="0" rtl="0" algn="r">
              <a:spcBef>
                <a:spcPts val="0"/>
              </a:spcBef>
              <a:buNone/>
              <a:defRPr b="0" i="0" sz="1100" u="none" cap="none" strike="noStrike">
                <a:solidFill>
                  <a:srgbClr val="F2F2F2"/>
                </a:solidFill>
                <a:latin typeface="Arial"/>
                <a:ea typeface="Arial"/>
                <a:cs typeface="Arial"/>
                <a:sym typeface="Arial"/>
              </a:defRPr>
            </a:lvl6pPr>
            <a:lvl7pPr indent="0" lvl="6" marL="0" marR="0" rtl="0" algn="r">
              <a:spcBef>
                <a:spcPts val="0"/>
              </a:spcBef>
              <a:buNone/>
              <a:defRPr b="0" i="0" sz="1100" u="none" cap="none" strike="noStrike">
                <a:solidFill>
                  <a:srgbClr val="F2F2F2"/>
                </a:solidFill>
                <a:latin typeface="Arial"/>
                <a:ea typeface="Arial"/>
                <a:cs typeface="Arial"/>
                <a:sym typeface="Arial"/>
              </a:defRPr>
            </a:lvl7pPr>
            <a:lvl8pPr indent="0" lvl="7" marL="0" marR="0" rtl="0" algn="r">
              <a:spcBef>
                <a:spcPts val="0"/>
              </a:spcBef>
              <a:buNone/>
              <a:defRPr b="0" i="0" sz="1100" u="none" cap="none" strike="noStrike">
                <a:solidFill>
                  <a:srgbClr val="F2F2F2"/>
                </a:solidFill>
                <a:latin typeface="Arial"/>
                <a:ea typeface="Arial"/>
                <a:cs typeface="Arial"/>
                <a:sym typeface="Arial"/>
              </a:defRPr>
            </a:lvl8pPr>
            <a:lvl9pPr indent="0" lvl="8" marL="0" marR="0" rtl="0" algn="r">
              <a:spcBef>
                <a:spcPts val="0"/>
              </a:spcBef>
              <a:buNone/>
              <a:defRPr b="0" i="0" sz="1100" u="none" cap="none" strike="noStrike">
                <a:solidFill>
                  <a:srgbClr val="F2F2F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jpg"/><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1"/>
          <p:cNvSpPr txBox="1"/>
          <p:nvPr>
            <p:ph type="ctrTitle"/>
          </p:nvPr>
        </p:nvSpPr>
        <p:spPr>
          <a:xfrm>
            <a:off x="148250" y="3429002"/>
            <a:ext cx="5016900" cy="1131900"/>
          </a:xfrm>
          <a:prstGeom prst="rect">
            <a:avLst/>
          </a:prstGeom>
          <a:noFill/>
          <a:ln>
            <a:noFill/>
          </a:ln>
          <a:effectLst>
            <a:outerShdw blurRad="25400">
              <a:srgbClr val="000000">
                <a:alpha val="45882"/>
              </a:srgbClr>
            </a:outerShdw>
          </a:effectLst>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lt2"/>
              </a:buClr>
              <a:buSzPts val="3600"/>
              <a:buFont typeface="Geo"/>
              <a:buNone/>
            </a:pPr>
            <a:r>
              <a:rPr lang="en-US" sz="3500">
                <a:latin typeface="Old Standard TT"/>
                <a:ea typeface="Old Standard TT"/>
                <a:cs typeface="Old Standard TT"/>
                <a:sym typeface="Old Standard TT"/>
              </a:rPr>
              <a:t>A </a:t>
            </a:r>
            <a:r>
              <a:rPr lang="en-US" sz="3500">
                <a:latin typeface="Old Standard TT"/>
                <a:ea typeface="Old Standard TT"/>
                <a:cs typeface="Old Standard TT"/>
                <a:sym typeface="Old Standard TT"/>
              </a:rPr>
              <a:t>Supply Chain Management System</a:t>
            </a:r>
            <a:endParaRPr sz="4760">
              <a:latin typeface="Old Standard TT"/>
              <a:ea typeface="Old Standard TT"/>
              <a:cs typeface="Old Standard TT"/>
              <a:sym typeface="Old Standard TT"/>
            </a:endParaRPr>
          </a:p>
        </p:txBody>
      </p:sp>
      <p:pic>
        <p:nvPicPr>
          <p:cNvPr descr="Forklift lifting a container in the yard" id="149" name="Google Shape;149;p1"/>
          <p:cNvPicPr preferRelativeResize="0"/>
          <p:nvPr/>
        </p:nvPicPr>
        <p:blipFill rotWithShape="1">
          <a:blip r:embed="rId3">
            <a:alphaModFix/>
          </a:blip>
          <a:srcRect b="-1" l="12157" r="22462" t="-1"/>
          <a:stretch/>
        </p:blipFill>
        <p:spPr>
          <a:xfrm>
            <a:off x="5313405" y="10"/>
            <a:ext cx="6878596" cy="6857990"/>
          </a:xfrm>
          <a:prstGeom prst="rect">
            <a:avLst/>
          </a:prstGeom>
          <a:noFill/>
          <a:ln>
            <a:noFill/>
          </a:ln>
        </p:spPr>
      </p:pic>
      <p:pic>
        <p:nvPicPr>
          <p:cNvPr id="150" name="Google Shape;150;p1"/>
          <p:cNvPicPr preferRelativeResize="0"/>
          <p:nvPr/>
        </p:nvPicPr>
        <p:blipFill rotWithShape="1">
          <a:blip r:embed="rId4">
            <a:alphaModFix/>
          </a:blip>
          <a:srcRect b="0" l="0" r="0" t="0"/>
          <a:stretch/>
        </p:blipFill>
        <p:spPr>
          <a:xfrm>
            <a:off x="1248204" y="309190"/>
            <a:ext cx="2816998" cy="2816998"/>
          </a:xfrm>
          <a:prstGeom prst="rect">
            <a:avLst/>
          </a:prstGeom>
          <a:noFill/>
          <a:ln cap="flat" cmpd="sng" w="38100">
            <a:solidFill>
              <a:schemeClr val="lt1"/>
            </a:solidFill>
            <a:prstDash val="solid"/>
            <a:round/>
            <a:headEnd len="sm" w="sm" type="none"/>
            <a:tailEnd len="sm" w="sm" type="none"/>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2"/>
          <p:cNvSpPr txBox="1"/>
          <p:nvPr>
            <p:ph type="title"/>
          </p:nvPr>
        </p:nvSpPr>
        <p:spPr>
          <a:xfrm>
            <a:off x="913795" y="383060"/>
            <a:ext cx="10353762" cy="1161536"/>
          </a:xfrm>
          <a:prstGeom prst="rect">
            <a:avLst/>
          </a:prstGeom>
          <a:noFill/>
          <a:ln>
            <a:noFill/>
          </a:ln>
          <a:effectLst>
            <a:outerShdw blurRad="25400">
              <a:srgbClr val="000000">
                <a:alpha val="45882"/>
              </a:srgbClr>
            </a:outerShdw>
          </a:effectLst>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lt2"/>
              </a:buClr>
              <a:buSzPts val="4000"/>
              <a:buFont typeface="Geo"/>
              <a:buNone/>
            </a:pPr>
            <a:r>
              <a:rPr lang="en-US">
                <a:latin typeface="Old Standard TT"/>
                <a:ea typeface="Old Standard TT"/>
                <a:cs typeface="Old Standard TT"/>
                <a:sym typeface="Old Standard TT"/>
              </a:rPr>
              <a:t>ABOUT ECOSYSTEM</a:t>
            </a:r>
            <a:endParaRPr>
              <a:latin typeface="Old Standard TT"/>
              <a:ea typeface="Old Standard TT"/>
              <a:cs typeface="Old Standard TT"/>
              <a:sym typeface="Old Standard TT"/>
            </a:endParaRPr>
          </a:p>
        </p:txBody>
      </p:sp>
      <p:pic>
        <p:nvPicPr>
          <p:cNvPr descr="Icon&#10;&#10;Description automatically generated" id="157" name="Google Shape;157;p2"/>
          <p:cNvPicPr preferRelativeResize="0"/>
          <p:nvPr>
            <p:ph idx="1" type="body"/>
          </p:nvPr>
        </p:nvPicPr>
        <p:blipFill rotWithShape="1">
          <a:blip r:embed="rId3">
            <a:alphaModFix/>
          </a:blip>
          <a:srcRect b="0" l="0" r="0" t="0"/>
          <a:stretch/>
        </p:blipFill>
        <p:spPr>
          <a:xfrm>
            <a:off x="10485635" y="5148264"/>
            <a:ext cx="1563843" cy="1495425"/>
          </a:xfrm>
          <a:prstGeom prst="rect">
            <a:avLst/>
          </a:prstGeom>
          <a:noFill/>
          <a:ln>
            <a:noFill/>
          </a:ln>
          <a:effectLst>
            <a:outerShdw blurRad="25400">
              <a:srgbClr val="000000">
                <a:alpha val="45882"/>
              </a:srgbClr>
            </a:outerShdw>
          </a:effectLst>
        </p:spPr>
      </p:pic>
      <p:sp>
        <p:nvSpPr>
          <p:cNvPr id="158" name="Google Shape;158;p2"/>
          <p:cNvSpPr txBox="1"/>
          <p:nvPr/>
        </p:nvSpPr>
        <p:spPr>
          <a:xfrm>
            <a:off x="1507524" y="1671638"/>
            <a:ext cx="9119400" cy="3540300"/>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i="0" lang="en-US" sz="2800" u="none" cap="none" strike="noStrike">
                <a:solidFill>
                  <a:schemeClr val="lt1"/>
                </a:solidFill>
                <a:latin typeface="Old Standard TT"/>
                <a:ea typeface="Old Standard TT"/>
                <a:cs typeface="Old Standard TT"/>
                <a:sym typeface="Old Standard TT"/>
              </a:rPr>
              <a:t>The motive of Online Shopping System is to provide a unified platform to the customers, service providers and other stakeholders. So basically, customers use the application to order day-to-day goods from the vendors and are delivered via a chain of stakeholders.</a:t>
            </a:r>
            <a:endParaRPr>
              <a:latin typeface="Old Standard TT"/>
              <a:ea typeface="Old Standard TT"/>
              <a:cs typeface="Old Standard TT"/>
              <a:sym typeface="Old Standard TT"/>
            </a:endParaRPr>
          </a:p>
          <a:p>
            <a:pPr indent="0" lvl="0" marL="0" marR="0" rtl="0" algn="just">
              <a:spcBef>
                <a:spcPts val="0"/>
              </a:spcBef>
              <a:spcAft>
                <a:spcPts val="0"/>
              </a:spcAft>
              <a:buNone/>
            </a:pPr>
            <a:r>
              <a:rPr i="0" lang="en-US" sz="2800" u="none" cap="none" strike="noStrike">
                <a:solidFill>
                  <a:schemeClr val="lt1"/>
                </a:solidFill>
                <a:latin typeface="Old Standard TT"/>
                <a:ea typeface="Old Standard TT"/>
                <a:cs typeface="Old Standard TT"/>
                <a:sym typeface="Old Standard TT"/>
              </a:rPr>
              <a:t>The system is designed to store, manage and organize data generated with each and every transaction, to make things easy and quick for the users.</a:t>
            </a:r>
            <a:endParaRPr>
              <a:latin typeface="Old Standard TT"/>
              <a:ea typeface="Old Standard TT"/>
              <a:cs typeface="Old Standard TT"/>
              <a:sym typeface="Old Standard TT"/>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3"/>
          <p:cNvSpPr txBox="1"/>
          <p:nvPr>
            <p:ph type="title"/>
          </p:nvPr>
        </p:nvSpPr>
        <p:spPr>
          <a:xfrm>
            <a:off x="913795" y="609600"/>
            <a:ext cx="10353762" cy="1257300"/>
          </a:xfrm>
          <a:prstGeom prst="rect">
            <a:avLst/>
          </a:prstGeom>
          <a:noFill/>
          <a:ln>
            <a:noFill/>
          </a:ln>
          <a:effectLst>
            <a:outerShdw blurRad="25400">
              <a:srgbClr val="000000">
                <a:alpha val="45882"/>
              </a:srgbClr>
            </a:outerShdw>
          </a:effectLst>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lt2"/>
              </a:buClr>
              <a:buSzPts val="4000"/>
              <a:buFont typeface="Geo"/>
              <a:buNone/>
            </a:pPr>
            <a:r>
              <a:rPr lang="en-US">
                <a:latin typeface="Old Standard TT"/>
                <a:ea typeface="Old Standard TT"/>
                <a:cs typeface="Old Standard TT"/>
                <a:sym typeface="Old Standard TT"/>
              </a:rPr>
              <a:t>PROBLEM STATEMENT</a:t>
            </a:r>
            <a:endParaRPr>
              <a:latin typeface="Old Standard TT"/>
              <a:ea typeface="Old Standard TT"/>
              <a:cs typeface="Old Standard TT"/>
              <a:sym typeface="Old Standard TT"/>
            </a:endParaRPr>
          </a:p>
        </p:txBody>
      </p:sp>
      <p:sp>
        <p:nvSpPr>
          <p:cNvPr id="164" name="Google Shape;164;p3"/>
          <p:cNvSpPr txBox="1"/>
          <p:nvPr>
            <p:ph idx="1" type="body"/>
          </p:nvPr>
        </p:nvSpPr>
        <p:spPr>
          <a:xfrm>
            <a:off x="1767015" y="1866900"/>
            <a:ext cx="8526163" cy="3924299"/>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lnSpcReduction="20000"/>
          </a:bodyPr>
          <a:lstStyle/>
          <a:p>
            <a:pPr indent="0" lvl="0" marL="36900" rtl="0" algn="just">
              <a:lnSpc>
                <a:spcPct val="110000"/>
              </a:lnSpc>
              <a:spcBef>
                <a:spcPts val="0"/>
              </a:spcBef>
              <a:spcAft>
                <a:spcPts val="0"/>
              </a:spcAft>
              <a:buSzPts val="1960"/>
              <a:buNone/>
            </a:pPr>
            <a:r>
              <a:rPr lang="en-US" sz="2800">
                <a:latin typeface="Old Standard TT"/>
                <a:ea typeface="Old Standard TT"/>
                <a:cs typeface="Old Standard TT"/>
                <a:sym typeface="Old Standard TT"/>
              </a:rPr>
              <a:t>We have been facing a harsh situation due to the pandemic caused by the COVID-19 since a long time now. One of the most important things we have learnt, is the value of efficient delivery system of the e-commerce businesses. To deliver best of the services to the customers, has the utmost importance to the businesses. The industry not only caters to the needs of the customers but also provide jobs to the citizens during the economic crisis.</a:t>
            </a:r>
            <a:endParaRPr>
              <a:latin typeface="Old Standard TT"/>
              <a:ea typeface="Old Standard TT"/>
              <a:cs typeface="Old Standard TT"/>
              <a:sym typeface="Old Standard TT"/>
            </a:endParaRPr>
          </a:p>
        </p:txBody>
      </p:sp>
      <p:pic>
        <p:nvPicPr>
          <p:cNvPr descr="Icon&#10;&#10;Description automatically generated" id="165" name="Google Shape;165;p3"/>
          <p:cNvPicPr preferRelativeResize="0"/>
          <p:nvPr/>
        </p:nvPicPr>
        <p:blipFill rotWithShape="1">
          <a:blip r:embed="rId3">
            <a:alphaModFix/>
          </a:blip>
          <a:srcRect b="0" l="0" r="0" t="0"/>
          <a:stretch/>
        </p:blipFill>
        <p:spPr>
          <a:xfrm>
            <a:off x="10485635" y="5253036"/>
            <a:ext cx="1563843" cy="1495425"/>
          </a:xfrm>
          <a:prstGeom prst="rect">
            <a:avLst/>
          </a:prstGeom>
          <a:noFill/>
          <a:ln>
            <a:noFill/>
          </a:ln>
          <a:effectLst>
            <a:outerShdw blurRad="25400">
              <a:srgbClr val="000000">
                <a:alpha val="45882"/>
              </a:srgbClr>
            </a:outerShdw>
          </a:effectLst>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gd46567d59d_0_0"/>
          <p:cNvSpPr txBox="1"/>
          <p:nvPr>
            <p:ph type="title"/>
          </p:nvPr>
        </p:nvSpPr>
        <p:spPr>
          <a:xfrm>
            <a:off x="652500" y="263375"/>
            <a:ext cx="10620600" cy="12573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US" sz="3200">
                <a:latin typeface="Old Standard TT"/>
                <a:ea typeface="Old Standard TT"/>
                <a:cs typeface="Old Standard TT"/>
                <a:sym typeface="Old Standard TT"/>
              </a:rPr>
              <a:t>BRIEF UNDERSTANDING OF THE SYSTEM</a:t>
            </a:r>
            <a:endParaRPr sz="3200">
              <a:latin typeface="Old Standard TT"/>
              <a:ea typeface="Old Standard TT"/>
              <a:cs typeface="Old Standard TT"/>
              <a:sym typeface="Old Standard TT"/>
            </a:endParaRPr>
          </a:p>
        </p:txBody>
      </p:sp>
      <p:sp>
        <p:nvSpPr>
          <p:cNvPr id="172" name="Google Shape;172;gd46567d59d_0_0"/>
          <p:cNvSpPr txBox="1"/>
          <p:nvPr>
            <p:ph idx="1" type="body"/>
          </p:nvPr>
        </p:nvSpPr>
        <p:spPr>
          <a:xfrm>
            <a:off x="439450" y="1392450"/>
            <a:ext cx="10999500" cy="4073100"/>
          </a:xfrm>
          <a:prstGeom prst="rect">
            <a:avLst/>
          </a:prstGeom>
        </p:spPr>
        <p:txBody>
          <a:bodyPr anchorCtr="0" anchor="t" bIns="45700" lIns="91425" spcFirstLastPara="1" rIns="91425" wrap="square" tIns="45700">
            <a:noAutofit/>
          </a:bodyPr>
          <a:lstStyle/>
          <a:p>
            <a:pPr indent="-374650" lvl="0" marL="457200" rtl="0" algn="just">
              <a:lnSpc>
                <a:spcPct val="90000"/>
              </a:lnSpc>
              <a:spcBef>
                <a:spcPts val="360"/>
              </a:spcBef>
              <a:spcAft>
                <a:spcPts val="0"/>
              </a:spcAft>
              <a:buClr>
                <a:schemeClr val="lt1"/>
              </a:buClr>
              <a:buSzPts val="2300"/>
              <a:buFont typeface="Old Standard TT"/>
              <a:buChar char="●"/>
            </a:pPr>
            <a:r>
              <a:rPr lang="en-US" sz="2300">
                <a:solidFill>
                  <a:schemeClr val="lt1"/>
                </a:solidFill>
                <a:latin typeface="Old Standard TT"/>
                <a:ea typeface="Old Standard TT"/>
                <a:cs typeface="Old Standard TT"/>
                <a:sym typeface="Old Standard TT"/>
              </a:rPr>
              <a:t>Network:</a:t>
            </a:r>
            <a:endParaRPr sz="2300">
              <a:solidFill>
                <a:schemeClr val="lt1"/>
              </a:solidFill>
              <a:latin typeface="Old Standard TT"/>
              <a:ea typeface="Old Standard TT"/>
              <a:cs typeface="Old Standard TT"/>
              <a:sym typeface="Old Standard TT"/>
            </a:endParaRPr>
          </a:p>
          <a:p>
            <a:pPr indent="-374650" lvl="1" marL="914400" rtl="0" algn="just">
              <a:lnSpc>
                <a:spcPct val="90000"/>
              </a:lnSpc>
              <a:spcBef>
                <a:spcPts val="0"/>
              </a:spcBef>
              <a:spcAft>
                <a:spcPts val="0"/>
              </a:spcAft>
              <a:buClr>
                <a:schemeClr val="lt1"/>
              </a:buClr>
              <a:buSzPts val="2300"/>
              <a:buFont typeface="Old Standard TT"/>
              <a:buChar char="○"/>
            </a:pPr>
            <a:r>
              <a:rPr lang="en-US" sz="2300">
                <a:solidFill>
                  <a:schemeClr val="lt1"/>
                </a:solidFill>
                <a:latin typeface="Old Standard TT"/>
                <a:ea typeface="Old Standard TT"/>
                <a:cs typeface="Old Standard TT"/>
                <a:sym typeface="Old Standard TT"/>
              </a:rPr>
              <a:t>This is a geography (State and country) where our enterprises are present.</a:t>
            </a:r>
            <a:endParaRPr sz="2300">
              <a:solidFill>
                <a:schemeClr val="lt1"/>
              </a:solidFill>
              <a:latin typeface="Old Standard TT"/>
              <a:ea typeface="Old Standard TT"/>
              <a:cs typeface="Old Standard TT"/>
              <a:sym typeface="Old Standard TT"/>
            </a:endParaRPr>
          </a:p>
          <a:p>
            <a:pPr indent="-374650" lvl="0" marL="457200" rtl="0" algn="just">
              <a:lnSpc>
                <a:spcPct val="90000"/>
              </a:lnSpc>
              <a:spcBef>
                <a:spcPts val="0"/>
              </a:spcBef>
              <a:spcAft>
                <a:spcPts val="0"/>
              </a:spcAft>
              <a:buClr>
                <a:schemeClr val="lt1"/>
              </a:buClr>
              <a:buSzPts val="2300"/>
              <a:buFont typeface="Old Standard TT"/>
              <a:buChar char="●"/>
            </a:pPr>
            <a:r>
              <a:rPr lang="en-US" sz="2300">
                <a:solidFill>
                  <a:schemeClr val="lt1"/>
                </a:solidFill>
                <a:latin typeface="Old Standard TT"/>
                <a:ea typeface="Old Standard TT"/>
                <a:cs typeface="Old Standard TT"/>
                <a:sym typeface="Old Standard TT"/>
              </a:rPr>
              <a:t>Enterprise:</a:t>
            </a:r>
            <a:endParaRPr sz="2300">
              <a:solidFill>
                <a:schemeClr val="lt1"/>
              </a:solidFill>
              <a:latin typeface="Old Standard TT"/>
              <a:ea typeface="Old Standard TT"/>
              <a:cs typeface="Old Standard TT"/>
              <a:sym typeface="Old Standard TT"/>
            </a:endParaRPr>
          </a:p>
          <a:p>
            <a:pPr indent="-374650" lvl="1" marL="914400" rtl="0" algn="just">
              <a:lnSpc>
                <a:spcPct val="95000"/>
              </a:lnSpc>
              <a:spcBef>
                <a:spcPts val="0"/>
              </a:spcBef>
              <a:spcAft>
                <a:spcPts val="0"/>
              </a:spcAft>
              <a:buClr>
                <a:schemeClr val="lt1"/>
              </a:buClr>
              <a:buSzPts val="2300"/>
              <a:buChar char="○"/>
            </a:pPr>
            <a:r>
              <a:rPr b="1" lang="en-US" sz="2300">
                <a:solidFill>
                  <a:srgbClr val="EA9999"/>
                </a:solidFill>
                <a:latin typeface="Old Standard TT"/>
                <a:ea typeface="Old Standard TT"/>
                <a:cs typeface="Old Standard TT"/>
                <a:sym typeface="Old Standard TT"/>
              </a:rPr>
              <a:t>Delivery</a:t>
            </a:r>
            <a:r>
              <a:rPr b="1" lang="en-US" sz="2300">
                <a:solidFill>
                  <a:schemeClr val="lt1"/>
                </a:solidFill>
                <a:latin typeface="Old Standard TT"/>
                <a:ea typeface="Old Standard TT"/>
                <a:cs typeface="Old Standard TT"/>
                <a:sym typeface="Old Standard TT"/>
              </a:rPr>
              <a:t> </a:t>
            </a:r>
            <a:r>
              <a:rPr lang="en-US" sz="2300">
                <a:solidFill>
                  <a:schemeClr val="lt1"/>
                </a:solidFill>
                <a:latin typeface="Old Standard TT"/>
                <a:ea typeface="Old Standard TT"/>
                <a:cs typeface="Old Standard TT"/>
                <a:sym typeface="Old Standard TT"/>
              </a:rPr>
              <a:t>- This enterprise takes care of delivery of orders and shipments.</a:t>
            </a:r>
            <a:endParaRPr sz="2300">
              <a:solidFill>
                <a:schemeClr val="lt1"/>
              </a:solidFill>
              <a:latin typeface="Old Standard TT"/>
              <a:ea typeface="Old Standard TT"/>
              <a:cs typeface="Old Standard TT"/>
              <a:sym typeface="Old Standard TT"/>
            </a:endParaRPr>
          </a:p>
          <a:p>
            <a:pPr indent="-374650" lvl="1" marL="914400" rtl="0" algn="just">
              <a:lnSpc>
                <a:spcPct val="95000"/>
              </a:lnSpc>
              <a:spcBef>
                <a:spcPts val="0"/>
              </a:spcBef>
              <a:spcAft>
                <a:spcPts val="0"/>
              </a:spcAft>
              <a:buClr>
                <a:schemeClr val="lt1"/>
              </a:buClr>
              <a:buSzPts val="2300"/>
              <a:buChar char="○"/>
            </a:pPr>
            <a:r>
              <a:rPr b="1" lang="en-US" sz="2300">
                <a:solidFill>
                  <a:srgbClr val="EA9999"/>
                </a:solidFill>
                <a:latin typeface="Old Standard TT"/>
                <a:ea typeface="Old Standard TT"/>
                <a:cs typeface="Old Standard TT"/>
                <a:sym typeface="Old Standard TT"/>
              </a:rPr>
              <a:t>Fulfillment Center</a:t>
            </a:r>
            <a:r>
              <a:rPr b="1" lang="en-US" sz="2300">
                <a:solidFill>
                  <a:schemeClr val="lt1"/>
                </a:solidFill>
                <a:latin typeface="Old Standard TT"/>
                <a:ea typeface="Old Standard TT"/>
                <a:cs typeface="Old Standard TT"/>
                <a:sym typeface="Old Standard TT"/>
              </a:rPr>
              <a:t> </a:t>
            </a:r>
            <a:r>
              <a:rPr lang="en-US" sz="2300">
                <a:solidFill>
                  <a:schemeClr val="lt1"/>
                </a:solidFill>
                <a:latin typeface="Old Standard TT"/>
                <a:ea typeface="Old Standard TT"/>
                <a:cs typeface="Old Standard TT"/>
                <a:sym typeface="Old Standard TT"/>
              </a:rPr>
              <a:t>- The enterprise takes care of the supply chain. What happens once the shipments are sent from the vendor till they leave for final delivery.</a:t>
            </a:r>
            <a:endParaRPr sz="2300">
              <a:solidFill>
                <a:schemeClr val="lt1"/>
              </a:solidFill>
              <a:latin typeface="Old Standard TT"/>
              <a:ea typeface="Old Standard TT"/>
              <a:cs typeface="Old Standard TT"/>
              <a:sym typeface="Old Standard TT"/>
            </a:endParaRPr>
          </a:p>
          <a:p>
            <a:pPr indent="-374650" lvl="1" marL="914400" rtl="0" algn="just">
              <a:lnSpc>
                <a:spcPct val="95000"/>
              </a:lnSpc>
              <a:spcBef>
                <a:spcPts val="0"/>
              </a:spcBef>
              <a:spcAft>
                <a:spcPts val="0"/>
              </a:spcAft>
              <a:buClr>
                <a:schemeClr val="lt1"/>
              </a:buClr>
              <a:buSzPts val="2300"/>
              <a:buChar char="○"/>
            </a:pPr>
            <a:r>
              <a:rPr b="1" lang="en-US" sz="2300">
                <a:solidFill>
                  <a:srgbClr val="EA9999"/>
                </a:solidFill>
                <a:latin typeface="Old Standard TT"/>
                <a:ea typeface="Old Standard TT"/>
                <a:cs typeface="Old Standard TT"/>
                <a:sym typeface="Old Standard TT"/>
              </a:rPr>
              <a:t>Vendor</a:t>
            </a:r>
            <a:r>
              <a:rPr b="1" lang="en-US" sz="2300">
                <a:solidFill>
                  <a:schemeClr val="lt1"/>
                </a:solidFill>
                <a:latin typeface="Old Standard TT"/>
                <a:ea typeface="Old Standard TT"/>
                <a:cs typeface="Old Standard TT"/>
                <a:sym typeface="Old Standard TT"/>
              </a:rPr>
              <a:t> - </a:t>
            </a:r>
            <a:r>
              <a:rPr lang="en-US" sz="2300">
                <a:solidFill>
                  <a:schemeClr val="lt1"/>
                </a:solidFill>
                <a:latin typeface="Old Standard TT"/>
                <a:ea typeface="Old Standard TT"/>
                <a:cs typeface="Old Standard TT"/>
                <a:sym typeface="Old Standard TT"/>
              </a:rPr>
              <a:t>The enterprise is responsible for creating products and sending them for shipment. </a:t>
            </a:r>
            <a:r>
              <a:rPr b="1" lang="en-US" sz="2300">
                <a:solidFill>
                  <a:schemeClr val="lt1"/>
                </a:solidFill>
                <a:latin typeface="Old Standard TT"/>
                <a:ea typeface="Old Standard TT"/>
                <a:cs typeface="Old Standard TT"/>
                <a:sym typeface="Old Standard TT"/>
              </a:rPr>
              <a:t> </a:t>
            </a:r>
            <a:endParaRPr b="1" sz="2300">
              <a:solidFill>
                <a:schemeClr val="lt1"/>
              </a:solidFill>
              <a:latin typeface="Old Standard TT"/>
              <a:ea typeface="Old Standard TT"/>
              <a:cs typeface="Old Standard TT"/>
              <a:sym typeface="Old Standard TT"/>
            </a:endParaRPr>
          </a:p>
          <a:p>
            <a:pPr indent="-374650" lvl="1" marL="914400" rtl="0" algn="just">
              <a:lnSpc>
                <a:spcPct val="95000"/>
              </a:lnSpc>
              <a:spcBef>
                <a:spcPts val="0"/>
              </a:spcBef>
              <a:spcAft>
                <a:spcPts val="0"/>
              </a:spcAft>
              <a:buClr>
                <a:schemeClr val="lt1"/>
              </a:buClr>
              <a:buSzPts val="2300"/>
              <a:buChar char="○"/>
            </a:pPr>
            <a:r>
              <a:rPr b="1" lang="en-US" sz="2300">
                <a:solidFill>
                  <a:srgbClr val="EA9999"/>
                </a:solidFill>
                <a:latin typeface="Old Standard TT"/>
                <a:ea typeface="Old Standard TT"/>
                <a:cs typeface="Old Standard TT"/>
                <a:sym typeface="Old Standard TT"/>
              </a:rPr>
              <a:t>Hub and Last mile </a:t>
            </a:r>
            <a:r>
              <a:rPr b="1" lang="en-US" sz="2300">
                <a:solidFill>
                  <a:schemeClr val="lt1"/>
                </a:solidFill>
                <a:latin typeface="Old Standard TT"/>
                <a:ea typeface="Old Standard TT"/>
                <a:cs typeface="Old Standard TT"/>
                <a:sym typeface="Old Standard TT"/>
              </a:rPr>
              <a:t>- </a:t>
            </a:r>
            <a:r>
              <a:rPr lang="en-US" sz="2300">
                <a:solidFill>
                  <a:schemeClr val="lt1"/>
                </a:solidFill>
                <a:latin typeface="Old Standard TT"/>
                <a:ea typeface="Old Standard TT"/>
                <a:cs typeface="Old Standard TT"/>
                <a:sym typeface="Old Standard TT"/>
              </a:rPr>
              <a:t>The enterprise is responsible for receiving the shipments from FC, and delivering them to the last mile delivery. </a:t>
            </a:r>
            <a:endParaRPr b="1" sz="2300">
              <a:solidFill>
                <a:schemeClr val="lt1"/>
              </a:solidFill>
              <a:latin typeface="Old Standard TT"/>
              <a:ea typeface="Old Standard TT"/>
              <a:cs typeface="Old Standard TT"/>
              <a:sym typeface="Old Standard TT"/>
            </a:endParaRPr>
          </a:p>
          <a:p>
            <a:pPr indent="0" lvl="0" marL="0" rtl="0" algn="l">
              <a:lnSpc>
                <a:spcPct val="95000"/>
              </a:lnSpc>
              <a:spcBef>
                <a:spcPts val="0"/>
              </a:spcBef>
              <a:spcAft>
                <a:spcPts val="0"/>
              </a:spcAft>
              <a:buNone/>
            </a:pPr>
            <a:r>
              <a:t/>
            </a:r>
            <a:endParaRPr b="1" i="1" sz="1400">
              <a:solidFill>
                <a:schemeClr val="dk1"/>
              </a:solidFill>
            </a:endParaRPr>
          </a:p>
          <a:p>
            <a:pPr indent="0" lvl="0" marL="457200" rtl="0" algn="l">
              <a:lnSpc>
                <a:spcPct val="95000"/>
              </a:lnSpc>
              <a:spcBef>
                <a:spcPts val="0"/>
              </a:spcBef>
              <a:spcAft>
                <a:spcPts val="0"/>
              </a:spcAft>
              <a:buNone/>
            </a:pPr>
            <a:r>
              <a:t/>
            </a:r>
            <a:endParaRPr sz="2400">
              <a:solidFill>
                <a:schemeClr val="lt1"/>
              </a:solidFill>
            </a:endParaRPr>
          </a:p>
        </p:txBody>
      </p:sp>
      <p:pic>
        <p:nvPicPr>
          <p:cNvPr descr="Icon&#10;&#10;Description automatically generated" id="173" name="Google Shape;173;gd46567d59d_0_0"/>
          <p:cNvPicPr preferRelativeResize="0"/>
          <p:nvPr>
            <p:ph idx="1" type="body"/>
          </p:nvPr>
        </p:nvPicPr>
        <p:blipFill rotWithShape="1">
          <a:blip r:embed="rId3">
            <a:alphaModFix/>
          </a:blip>
          <a:srcRect b="0" l="0" r="0" t="0"/>
          <a:stretch/>
        </p:blipFill>
        <p:spPr>
          <a:xfrm>
            <a:off x="10485635" y="5148264"/>
            <a:ext cx="1563900" cy="1495500"/>
          </a:xfrm>
          <a:prstGeom prst="rect">
            <a:avLst/>
          </a:prstGeom>
          <a:noFill/>
          <a:ln>
            <a:noFill/>
          </a:ln>
          <a:effectLst>
            <a:outerShdw blurRad="25400">
              <a:srgbClr val="000000">
                <a:alpha val="45880"/>
              </a:srgbClr>
            </a:outerShdw>
          </a:effectLst>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gd46567d59d_0_6"/>
          <p:cNvSpPr txBox="1"/>
          <p:nvPr>
            <p:ph type="title"/>
          </p:nvPr>
        </p:nvSpPr>
        <p:spPr>
          <a:xfrm>
            <a:off x="913800" y="685800"/>
            <a:ext cx="10353900" cy="6609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t/>
            </a:r>
            <a:endParaRPr/>
          </a:p>
        </p:txBody>
      </p:sp>
      <p:sp>
        <p:nvSpPr>
          <p:cNvPr id="180" name="Google Shape;180;gd46567d59d_0_6"/>
          <p:cNvSpPr txBox="1"/>
          <p:nvPr>
            <p:ph idx="1" type="body"/>
          </p:nvPr>
        </p:nvSpPr>
        <p:spPr>
          <a:xfrm>
            <a:off x="466075" y="1131900"/>
            <a:ext cx="10533300" cy="4700700"/>
          </a:xfrm>
          <a:prstGeom prst="rect">
            <a:avLst/>
          </a:prstGeom>
        </p:spPr>
        <p:txBody>
          <a:bodyPr anchorCtr="0" anchor="t" bIns="45700" lIns="91425" spcFirstLastPara="1" rIns="91425" wrap="square" tIns="45700">
            <a:noAutofit/>
          </a:bodyPr>
          <a:lstStyle/>
          <a:p>
            <a:pPr indent="-374650" lvl="0" marL="457200" rtl="0" algn="just">
              <a:lnSpc>
                <a:spcPct val="100000"/>
              </a:lnSpc>
              <a:spcBef>
                <a:spcPts val="360"/>
              </a:spcBef>
              <a:spcAft>
                <a:spcPts val="0"/>
              </a:spcAft>
              <a:buSzPts val="2300"/>
              <a:buFont typeface="Old Standard TT"/>
              <a:buChar char="●"/>
            </a:pPr>
            <a:r>
              <a:rPr lang="en-US" sz="2300">
                <a:latin typeface="Old Standard TT"/>
                <a:ea typeface="Old Standard TT"/>
                <a:cs typeface="Old Standard TT"/>
                <a:sym typeface="Old Standard TT"/>
              </a:rPr>
              <a:t>Organizations:</a:t>
            </a:r>
            <a:endParaRPr sz="2300">
              <a:latin typeface="Old Standard TT"/>
              <a:ea typeface="Old Standard TT"/>
              <a:cs typeface="Old Standard TT"/>
              <a:sym typeface="Old Standard TT"/>
            </a:endParaRPr>
          </a:p>
          <a:p>
            <a:pPr indent="-374650" lvl="1" marL="685800" rtl="0" algn="just">
              <a:lnSpc>
                <a:spcPct val="105000"/>
              </a:lnSpc>
              <a:spcBef>
                <a:spcPts val="0"/>
              </a:spcBef>
              <a:spcAft>
                <a:spcPts val="0"/>
              </a:spcAft>
              <a:buClr>
                <a:schemeClr val="lt1"/>
              </a:buClr>
              <a:buSzPts val="2300"/>
              <a:buChar char="○"/>
            </a:pPr>
            <a:r>
              <a:rPr b="1" lang="en-US" sz="2300">
                <a:solidFill>
                  <a:srgbClr val="EA9999"/>
                </a:solidFill>
                <a:latin typeface="Old Standard TT"/>
                <a:ea typeface="Old Standard TT"/>
                <a:cs typeface="Old Standard TT"/>
                <a:sym typeface="Old Standard TT"/>
              </a:rPr>
              <a:t>Vendor - Supply chain organization </a:t>
            </a:r>
            <a:r>
              <a:rPr b="1" lang="en-US" sz="2300">
                <a:solidFill>
                  <a:schemeClr val="lt1"/>
                </a:solidFill>
                <a:latin typeface="Old Standard TT"/>
                <a:ea typeface="Old Standard TT"/>
                <a:cs typeface="Old Standard TT"/>
                <a:sym typeface="Old Standard TT"/>
              </a:rPr>
              <a:t>- </a:t>
            </a:r>
            <a:r>
              <a:rPr lang="en-US" sz="2300">
                <a:solidFill>
                  <a:schemeClr val="lt1"/>
                </a:solidFill>
                <a:latin typeface="Old Standard TT"/>
                <a:ea typeface="Old Standard TT"/>
                <a:cs typeface="Old Standard TT"/>
                <a:sym typeface="Old Standard TT"/>
              </a:rPr>
              <a:t>This organization consists of Vendor Manager who can create and delete products and assign customer orders to delivery enterprise.</a:t>
            </a:r>
            <a:endParaRPr sz="2300">
              <a:solidFill>
                <a:schemeClr val="lt1"/>
              </a:solidFill>
              <a:latin typeface="Old Standard TT"/>
              <a:ea typeface="Old Standard TT"/>
              <a:cs typeface="Old Standard TT"/>
              <a:sym typeface="Old Standard TT"/>
            </a:endParaRPr>
          </a:p>
          <a:p>
            <a:pPr indent="-374650" lvl="1" marL="685800" rtl="0" algn="just">
              <a:lnSpc>
                <a:spcPct val="105000"/>
              </a:lnSpc>
              <a:spcBef>
                <a:spcPts val="0"/>
              </a:spcBef>
              <a:spcAft>
                <a:spcPts val="0"/>
              </a:spcAft>
              <a:buClr>
                <a:schemeClr val="lt1"/>
              </a:buClr>
              <a:buSzPts val="2300"/>
              <a:buChar char="○"/>
            </a:pPr>
            <a:r>
              <a:rPr b="1" lang="en-US" sz="2300">
                <a:solidFill>
                  <a:srgbClr val="EA9999"/>
                </a:solidFill>
                <a:latin typeface="Old Standard TT"/>
                <a:ea typeface="Old Standard TT"/>
                <a:cs typeface="Old Standard TT"/>
                <a:sym typeface="Old Standard TT"/>
              </a:rPr>
              <a:t>Delivery - Direct Delivery organization</a:t>
            </a:r>
            <a:r>
              <a:rPr b="1" lang="en-US" sz="2300">
                <a:solidFill>
                  <a:schemeClr val="lt1"/>
                </a:solidFill>
                <a:latin typeface="Old Standard TT"/>
                <a:ea typeface="Old Standard TT"/>
                <a:cs typeface="Old Standard TT"/>
                <a:sym typeface="Old Standard TT"/>
              </a:rPr>
              <a:t> - </a:t>
            </a:r>
            <a:r>
              <a:rPr lang="en-US" sz="2300">
                <a:solidFill>
                  <a:schemeClr val="lt1"/>
                </a:solidFill>
                <a:latin typeface="Old Standard TT"/>
                <a:ea typeface="Old Standard TT"/>
                <a:cs typeface="Old Standard TT"/>
                <a:sym typeface="Old Standard TT"/>
              </a:rPr>
              <a:t>This organization consists of direct delivery managers and direct delivery people who deliver the orders directly to the customer after receiving from vendor enterprise.</a:t>
            </a:r>
            <a:endParaRPr sz="2300">
              <a:solidFill>
                <a:schemeClr val="lt1"/>
              </a:solidFill>
              <a:latin typeface="Old Standard TT"/>
              <a:ea typeface="Old Standard TT"/>
              <a:cs typeface="Old Standard TT"/>
              <a:sym typeface="Old Standard TT"/>
            </a:endParaRPr>
          </a:p>
          <a:p>
            <a:pPr indent="-374650" lvl="1" marL="685800" rtl="0" algn="just">
              <a:lnSpc>
                <a:spcPct val="105000"/>
              </a:lnSpc>
              <a:spcBef>
                <a:spcPts val="0"/>
              </a:spcBef>
              <a:spcAft>
                <a:spcPts val="0"/>
              </a:spcAft>
              <a:buClr>
                <a:schemeClr val="lt1"/>
              </a:buClr>
              <a:buSzPts val="2300"/>
              <a:buChar char="○"/>
            </a:pPr>
            <a:r>
              <a:rPr b="1" lang="en-US" sz="2300">
                <a:solidFill>
                  <a:srgbClr val="EA9999"/>
                </a:solidFill>
                <a:latin typeface="Old Standard TT"/>
                <a:ea typeface="Old Standard TT"/>
                <a:cs typeface="Old Standard TT"/>
                <a:sym typeface="Old Standard TT"/>
              </a:rPr>
              <a:t>Delivery - First Mile Delivery organization </a:t>
            </a:r>
            <a:r>
              <a:rPr b="1" lang="en-US" sz="2300">
                <a:solidFill>
                  <a:schemeClr val="lt1"/>
                </a:solidFill>
                <a:latin typeface="Old Standard TT"/>
                <a:ea typeface="Old Standard TT"/>
                <a:cs typeface="Old Standard TT"/>
                <a:sym typeface="Old Standard TT"/>
              </a:rPr>
              <a:t>- </a:t>
            </a:r>
            <a:r>
              <a:rPr lang="en-US" sz="2300">
                <a:solidFill>
                  <a:schemeClr val="lt1"/>
                </a:solidFill>
                <a:latin typeface="Old Standard TT"/>
                <a:ea typeface="Old Standard TT"/>
                <a:cs typeface="Old Standard TT"/>
                <a:sym typeface="Old Standard TT"/>
              </a:rPr>
              <a:t>This organization consists of first mile delivery manager and first mile delivery person who delivers shipments from vendors to Fulfilment Center enterprise.</a:t>
            </a:r>
            <a:endParaRPr sz="2300">
              <a:solidFill>
                <a:schemeClr val="lt1"/>
              </a:solidFill>
              <a:latin typeface="Old Standard TT"/>
              <a:ea typeface="Old Standard TT"/>
              <a:cs typeface="Old Standard TT"/>
              <a:sym typeface="Old Standard TT"/>
            </a:endParaRPr>
          </a:p>
          <a:p>
            <a:pPr indent="-228600" lvl="0" marL="685800" rtl="0" algn="just">
              <a:lnSpc>
                <a:spcPct val="105000"/>
              </a:lnSpc>
              <a:spcBef>
                <a:spcPts val="0"/>
              </a:spcBef>
              <a:spcAft>
                <a:spcPts val="0"/>
              </a:spcAft>
              <a:buSzPts val="1018"/>
              <a:buNone/>
            </a:pPr>
            <a:r>
              <a:t/>
            </a:r>
            <a:endParaRPr sz="2300">
              <a:latin typeface="Old Standard TT"/>
              <a:ea typeface="Old Standard TT"/>
              <a:cs typeface="Old Standard TT"/>
              <a:sym typeface="Old Standard TT"/>
            </a:endParaRPr>
          </a:p>
        </p:txBody>
      </p:sp>
      <p:pic>
        <p:nvPicPr>
          <p:cNvPr descr="Icon&#10;&#10;Description automatically generated" id="181" name="Google Shape;181;gd46567d59d_0_6"/>
          <p:cNvPicPr preferRelativeResize="0"/>
          <p:nvPr>
            <p:ph idx="1" type="body"/>
          </p:nvPr>
        </p:nvPicPr>
        <p:blipFill rotWithShape="1">
          <a:blip r:embed="rId3">
            <a:alphaModFix/>
          </a:blip>
          <a:srcRect b="0" l="0" r="0" t="0"/>
          <a:stretch/>
        </p:blipFill>
        <p:spPr>
          <a:xfrm>
            <a:off x="10485635" y="5148264"/>
            <a:ext cx="1563900" cy="1495500"/>
          </a:xfrm>
          <a:prstGeom prst="rect">
            <a:avLst/>
          </a:prstGeom>
          <a:noFill/>
          <a:ln>
            <a:noFill/>
          </a:ln>
          <a:effectLst>
            <a:outerShdw blurRad="25400">
              <a:srgbClr val="000000">
                <a:alpha val="45880"/>
              </a:srgbClr>
            </a:outerShdw>
          </a:effectLst>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gd46567d59d_0_18"/>
          <p:cNvSpPr txBox="1"/>
          <p:nvPr>
            <p:ph type="title"/>
          </p:nvPr>
        </p:nvSpPr>
        <p:spPr>
          <a:xfrm>
            <a:off x="913795" y="609600"/>
            <a:ext cx="10353900" cy="12573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t/>
            </a:r>
            <a:endParaRPr/>
          </a:p>
        </p:txBody>
      </p:sp>
      <p:sp>
        <p:nvSpPr>
          <p:cNvPr id="188" name="Google Shape;188;gd46567d59d_0_18"/>
          <p:cNvSpPr txBox="1"/>
          <p:nvPr>
            <p:ph idx="1" type="body"/>
          </p:nvPr>
        </p:nvSpPr>
        <p:spPr>
          <a:xfrm>
            <a:off x="466075" y="1065325"/>
            <a:ext cx="10506600" cy="4008300"/>
          </a:xfrm>
          <a:prstGeom prst="rect">
            <a:avLst/>
          </a:prstGeom>
        </p:spPr>
        <p:txBody>
          <a:bodyPr anchorCtr="0" anchor="t" bIns="45700" lIns="91425" spcFirstLastPara="1" rIns="91425" wrap="square" tIns="45700">
            <a:noAutofit/>
          </a:bodyPr>
          <a:lstStyle/>
          <a:p>
            <a:pPr indent="-374650" lvl="1" marL="685800" rtl="0" algn="just">
              <a:lnSpc>
                <a:spcPct val="105000"/>
              </a:lnSpc>
              <a:spcBef>
                <a:spcPts val="0"/>
              </a:spcBef>
              <a:spcAft>
                <a:spcPts val="0"/>
              </a:spcAft>
              <a:buClr>
                <a:schemeClr val="lt1"/>
              </a:buClr>
              <a:buSzPts val="2300"/>
              <a:buChar char="○"/>
            </a:pPr>
            <a:r>
              <a:rPr b="1" lang="en-US" sz="2300">
                <a:solidFill>
                  <a:srgbClr val="EA9999"/>
                </a:solidFill>
                <a:latin typeface="Old Standard TT"/>
                <a:ea typeface="Old Standard TT"/>
                <a:cs typeface="Old Standard TT"/>
                <a:sym typeface="Old Standard TT"/>
              </a:rPr>
              <a:t>Delivery - Last Mile Delivery organization</a:t>
            </a:r>
            <a:r>
              <a:rPr b="1" lang="en-US" sz="2300">
                <a:solidFill>
                  <a:schemeClr val="lt1"/>
                </a:solidFill>
                <a:latin typeface="Old Standard TT"/>
                <a:ea typeface="Old Standard TT"/>
                <a:cs typeface="Old Standard TT"/>
                <a:sym typeface="Old Standard TT"/>
              </a:rPr>
              <a:t> - </a:t>
            </a:r>
            <a:r>
              <a:rPr lang="en-US" sz="2300">
                <a:solidFill>
                  <a:schemeClr val="lt1"/>
                </a:solidFill>
                <a:latin typeface="Old Standard TT"/>
                <a:ea typeface="Old Standard TT"/>
                <a:cs typeface="Old Standard TT"/>
                <a:sym typeface="Old Standard TT"/>
              </a:rPr>
              <a:t>This organization consists of last mile delivery manager and last mile delivery person who deliver orders that they receive from Last mile station (Hub and last mile Enterprise) to the customer.</a:t>
            </a:r>
            <a:endParaRPr sz="2300">
              <a:solidFill>
                <a:schemeClr val="lt1"/>
              </a:solidFill>
              <a:latin typeface="Old Standard TT"/>
              <a:ea typeface="Old Standard TT"/>
              <a:cs typeface="Old Standard TT"/>
              <a:sym typeface="Old Standard TT"/>
            </a:endParaRPr>
          </a:p>
          <a:p>
            <a:pPr indent="-374650" lvl="1" marL="685800" rtl="0" algn="just">
              <a:lnSpc>
                <a:spcPct val="105000"/>
              </a:lnSpc>
              <a:spcBef>
                <a:spcPts val="0"/>
              </a:spcBef>
              <a:spcAft>
                <a:spcPts val="0"/>
              </a:spcAft>
              <a:buClr>
                <a:schemeClr val="lt1"/>
              </a:buClr>
              <a:buSzPts val="2300"/>
              <a:buChar char="○"/>
            </a:pPr>
            <a:r>
              <a:rPr b="1" lang="en-US" sz="2300">
                <a:solidFill>
                  <a:srgbClr val="EA9999"/>
                </a:solidFill>
                <a:latin typeface="Old Standard TT"/>
                <a:ea typeface="Old Standard TT"/>
                <a:cs typeface="Old Standard TT"/>
                <a:sym typeface="Old Standard TT"/>
              </a:rPr>
              <a:t>Fulfillment Center - Inbound Organization </a:t>
            </a:r>
            <a:r>
              <a:rPr b="1" lang="en-US" sz="2300">
                <a:solidFill>
                  <a:schemeClr val="lt1"/>
                </a:solidFill>
                <a:latin typeface="Old Standard TT"/>
                <a:ea typeface="Old Standard TT"/>
                <a:cs typeface="Old Standard TT"/>
                <a:sym typeface="Old Standard TT"/>
              </a:rPr>
              <a:t>- </a:t>
            </a:r>
            <a:r>
              <a:rPr lang="en-US" sz="2300">
                <a:solidFill>
                  <a:schemeClr val="lt1"/>
                </a:solidFill>
                <a:latin typeface="Old Standard TT"/>
                <a:ea typeface="Old Standard TT"/>
                <a:cs typeface="Old Standard TT"/>
                <a:sym typeface="Old Standard TT"/>
              </a:rPr>
              <a:t>This organization consists of Receive and Stow managers. The receive manager receives shipments from First mile delivery organization (Delivery Enterprise). These shipments are broken into products and sent to the Stow manager for inventory storage. Once all the quantity is stored in the FC, the stow people send the products to the Outbound Organization of the Fulfillment center enterprise.</a:t>
            </a:r>
            <a:endParaRPr sz="2300">
              <a:solidFill>
                <a:schemeClr val="lt1"/>
              </a:solidFill>
              <a:latin typeface="Old Standard TT"/>
              <a:ea typeface="Old Standard TT"/>
              <a:cs typeface="Old Standard TT"/>
              <a:sym typeface="Old Standard TT"/>
            </a:endParaRPr>
          </a:p>
          <a:p>
            <a:pPr indent="0" lvl="0" marL="0" rtl="0" algn="l">
              <a:spcBef>
                <a:spcPts val="360"/>
              </a:spcBef>
              <a:spcAft>
                <a:spcPts val="600"/>
              </a:spcAft>
              <a:buNone/>
            </a:pPr>
            <a:r>
              <a:t/>
            </a:r>
            <a:endParaRPr sz="2300"/>
          </a:p>
        </p:txBody>
      </p:sp>
      <p:pic>
        <p:nvPicPr>
          <p:cNvPr descr="Icon&#10;&#10;Description automatically generated" id="189" name="Google Shape;189;gd46567d59d_0_18"/>
          <p:cNvPicPr preferRelativeResize="0"/>
          <p:nvPr>
            <p:ph idx="1" type="body"/>
          </p:nvPr>
        </p:nvPicPr>
        <p:blipFill rotWithShape="1">
          <a:blip r:embed="rId3">
            <a:alphaModFix/>
          </a:blip>
          <a:srcRect b="0" l="0" r="0" t="0"/>
          <a:stretch/>
        </p:blipFill>
        <p:spPr>
          <a:xfrm>
            <a:off x="10485635" y="5148264"/>
            <a:ext cx="1563900" cy="1495500"/>
          </a:xfrm>
          <a:prstGeom prst="rect">
            <a:avLst/>
          </a:prstGeom>
          <a:noFill/>
          <a:ln>
            <a:noFill/>
          </a:ln>
          <a:effectLst>
            <a:outerShdw blurRad="25400">
              <a:srgbClr val="000000">
                <a:alpha val="45880"/>
              </a:srgbClr>
            </a:outerShdw>
          </a:effectLst>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gd46567d59d_0_12"/>
          <p:cNvSpPr txBox="1"/>
          <p:nvPr>
            <p:ph type="title"/>
          </p:nvPr>
        </p:nvSpPr>
        <p:spPr>
          <a:xfrm>
            <a:off x="913795" y="609600"/>
            <a:ext cx="10353900" cy="12573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t/>
            </a:r>
            <a:endParaRPr/>
          </a:p>
        </p:txBody>
      </p:sp>
      <p:sp>
        <p:nvSpPr>
          <p:cNvPr id="196" name="Google Shape;196;gd46567d59d_0_12"/>
          <p:cNvSpPr txBox="1"/>
          <p:nvPr>
            <p:ph idx="1" type="body"/>
          </p:nvPr>
        </p:nvSpPr>
        <p:spPr>
          <a:xfrm>
            <a:off x="466075" y="705775"/>
            <a:ext cx="10506600" cy="5163900"/>
          </a:xfrm>
          <a:prstGeom prst="rect">
            <a:avLst/>
          </a:prstGeom>
        </p:spPr>
        <p:txBody>
          <a:bodyPr anchorCtr="0" anchor="t" bIns="45700" lIns="91425" spcFirstLastPara="1" rIns="91425" wrap="square" tIns="45700">
            <a:noAutofit/>
          </a:bodyPr>
          <a:lstStyle/>
          <a:p>
            <a:pPr indent="-374650" lvl="1" marL="914400" rtl="0" algn="just">
              <a:lnSpc>
                <a:spcPct val="115000"/>
              </a:lnSpc>
              <a:spcBef>
                <a:spcPts val="0"/>
              </a:spcBef>
              <a:spcAft>
                <a:spcPts val="0"/>
              </a:spcAft>
              <a:buClr>
                <a:schemeClr val="lt1"/>
              </a:buClr>
              <a:buSzPts val="2300"/>
              <a:buChar char="○"/>
            </a:pPr>
            <a:r>
              <a:rPr b="1" lang="en-US" sz="2300">
                <a:solidFill>
                  <a:srgbClr val="EA9999"/>
                </a:solidFill>
                <a:latin typeface="Old Standard TT"/>
                <a:ea typeface="Old Standard TT"/>
                <a:cs typeface="Old Standard TT"/>
                <a:sym typeface="Old Standard TT"/>
              </a:rPr>
              <a:t>Fulfillment Center - Outbound Organization</a:t>
            </a:r>
            <a:r>
              <a:rPr b="1" lang="en-US" sz="2300">
                <a:solidFill>
                  <a:schemeClr val="lt1"/>
                </a:solidFill>
                <a:latin typeface="Old Standard TT"/>
                <a:ea typeface="Old Standard TT"/>
                <a:cs typeface="Old Standard TT"/>
                <a:sym typeface="Old Standard TT"/>
              </a:rPr>
              <a:t> - </a:t>
            </a:r>
            <a:r>
              <a:rPr lang="en-US" sz="2300">
                <a:solidFill>
                  <a:schemeClr val="lt1"/>
                </a:solidFill>
                <a:latin typeface="Old Standard TT"/>
                <a:ea typeface="Old Standard TT"/>
                <a:cs typeface="Old Standard TT"/>
                <a:sym typeface="Old Standard TT"/>
              </a:rPr>
              <a:t>This organization consists of Picker and Packers and Dock manager. The pickers and packers pick products from the inventory and recreate orders according to the order placed by the customer. Once the orders have been recreated, they are sent to the Dock manager. In the Dock, geography comes into picture. The orders are converted into shipments based on the proximity from the respective customers who have ordered the items. For example, order 1 and order 2 will be combined to make a shipment if order 1 and order 2 have been ordered by 2 customers who belong to the same city. From the dock, the shipments are then sent to the  Hub and Last mile Enterprise (Hub organization) based on the city.</a:t>
            </a:r>
            <a:endParaRPr sz="2300">
              <a:solidFill>
                <a:schemeClr val="lt1"/>
              </a:solidFill>
              <a:latin typeface="Old Standard TT"/>
              <a:ea typeface="Old Standard TT"/>
              <a:cs typeface="Old Standard TT"/>
              <a:sym typeface="Old Standard TT"/>
            </a:endParaRPr>
          </a:p>
          <a:p>
            <a:pPr indent="0" lvl="0" marL="0" rtl="0" algn="just">
              <a:spcBef>
                <a:spcPts val="360"/>
              </a:spcBef>
              <a:spcAft>
                <a:spcPts val="600"/>
              </a:spcAft>
              <a:buNone/>
            </a:pPr>
            <a:r>
              <a:t/>
            </a:r>
            <a:endParaRPr sz="2300">
              <a:solidFill>
                <a:schemeClr val="lt1"/>
              </a:solidFill>
            </a:endParaRPr>
          </a:p>
        </p:txBody>
      </p:sp>
      <p:pic>
        <p:nvPicPr>
          <p:cNvPr descr="Icon&#10;&#10;Description automatically generated" id="197" name="Google Shape;197;gd46567d59d_0_12"/>
          <p:cNvPicPr preferRelativeResize="0"/>
          <p:nvPr>
            <p:ph idx="1" type="body"/>
          </p:nvPr>
        </p:nvPicPr>
        <p:blipFill rotWithShape="1">
          <a:blip r:embed="rId3">
            <a:alphaModFix/>
          </a:blip>
          <a:srcRect b="0" l="0" r="0" t="0"/>
          <a:stretch/>
        </p:blipFill>
        <p:spPr>
          <a:xfrm>
            <a:off x="10485635" y="5148264"/>
            <a:ext cx="1563900" cy="1495500"/>
          </a:xfrm>
          <a:prstGeom prst="rect">
            <a:avLst/>
          </a:prstGeom>
          <a:noFill/>
          <a:ln>
            <a:noFill/>
          </a:ln>
          <a:effectLst>
            <a:outerShdw blurRad="25400">
              <a:srgbClr val="000000">
                <a:alpha val="45880"/>
              </a:srgbClr>
            </a:outerShdw>
          </a:effectLst>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gd46567d59d_0_24"/>
          <p:cNvSpPr txBox="1"/>
          <p:nvPr>
            <p:ph type="title"/>
          </p:nvPr>
        </p:nvSpPr>
        <p:spPr>
          <a:xfrm>
            <a:off x="913795" y="609600"/>
            <a:ext cx="10353900" cy="12573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t/>
            </a:r>
            <a:endParaRPr/>
          </a:p>
        </p:txBody>
      </p:sp>
      <p:sp>
        <p:nvSpPr>
          <p:cNvPr id="204" name="Google Shape;204;gd46567d59d_0_24"/>
          <p:cNvSpPr txBox="1"/>
          <p:nvPr>
            <p:ph idx="1" type="body"/>
          </p:nvPr>
        </p:nvSpPr>
        <p:spPr>
          <a:xfrm>
            <a:off x="692450" y="1866900"/>
            <a:ext cx="10227000" cy="4445400"/>
          </a:xfrm>
          <a:prstGeom prst="rect">
            <a:avLst/>
          </a:prstGeom>
        </p:spPr>
        <p:txBody>
          <a:bodyPr anchorCtr="0" anchor="t" bIns="45700" lIns="91425" spcFirstLastPara="1" rIns="91425" wrap="square" tIns="45700">
            <a:noAutofit/>
          </a:bodyPr>
          <a:lstStyle/>
          <a:p>
            <a:pPr indent="-374650" lvl="1" marL="571500" rtl="0" algn="just">
              <a:lnSpc>
                <a:spcPct val="115000"/>
              </a:lnSpc>
              <a:spcBef>
                <a:spcPts val="0"/>
              </a:spcBef>
              <a:spcAft>
                <a:spcPts val="0"/>
              </a:spcAft>
              <a:buClr>
                <a:schemeClr val="lt1"/>
              </a:buClr>
              <a:buSzPts val="2300"/>
              <a:buChar char="○"/>
            </a:pPr>
            <a:r>
              <a:rPr b="1" lang="en-US" sz="2300">
                <a:solidFill>
                  <a:srgbClr val="EA9999"/>
                </a:solidFill>
                <a:latin typeface="Old Standard TT"/>
                <a:ea typeface="Old Standard TT"/>
                <a:cs typeface="Old Standard TT"/>
                <a:sym typeface="Old Standard TT"/>
              </a:rPr>
              <a:t>Hub and Last mile - Hub Organization</a:t>
            </a:r>
            <a:r>
              <a:rPr b="1" lang="en-US" sz="2300">
                <a:solidFill>
                  <a:schemeClr val="lt1"/>
                </a:solidFill>
                <a:latin typeface="Old Standard TT"/>
                <a:ea typeface="Old Standard TT"/>
                <a:cs typeface="Old Standard TT"/>
                <a:sym typeface="Old Standard TT"/>
              </a:rPr>
              <a:t> - </a:t>
            </a:r>
            <a:r>
              <a:rPr lang="en-US" sz="2300">
                <a:solidFill>
                  <a:schemeClr val="lt1"/>
                </a:solidFill>
                <a:latin typeface="Old Standard TT"/>
                <a:ea typeface="Old Standard TT"/>
                <a:cs typeface="Old Standard TT"/>
                <a:sym typeface="Old Standard TT"/>
              </a:rPr>
              <a:t>In Hubs, the arrived shipments are again broken into their respective orders based on the customer requests. Subsequently, these orders are then assigned to the Lastmile Station Organization to the Last mile manager. These are assigned based on the area the orders belong to. For example, if 2 orders belong to same city, the orders will be sent to the same Last mile stations if they belong to nearby areas within the city.</a:t>
            </a:r>
            <a:endParaRPr sz="2300">
              <a:solidFill>
                <a:schemeClr val="lt1"/>
              </a:solidFill>
              <a:latin typeface="Old Standard TT"/>
              <a:ea typeface="Old Standard TT"/>
              <a:cs typeface="Old Standard TT"/>
              <a:sym typeface="Old Standard TT"/>
            </a:endParaRPr>
          </a:p>
          <a:p>
            <a:pPr indent="-228600" lvl="0" marL="571500" rtl="0" algn="just">
              <a:spcBef>
                <a:spcPts val="360"/>
              </a:spcBef>
              <a:spcAft>
                <a:spcPts val="600"/>
              </a:spcAft>
              <a:buNone/>
            </a:pPr>
            <a:r>
              <a:t/>
            </a:r>
            <a:endParaRPr sz="2400">
              <a:solidFill>
                <a:schemeClr val="lt1"/>
              </a:solidFill>
            </a:endParaRPr>
          </a:p>
        </p:txBody>
      </p:sp>
      <p:pic>
        <p:nvPicPr>
          <p:cNvPr descr="Icon&#10;&#10;Description automatically generated" id="205" name="Google Shape;205;gd46567d59d_0_24"/>
          <p:cNvPicPr preferRelativeResize="0"/>
          <p:nvPr>
            <p:ph idx="1" type="body"/>
          </p:nvPr>
        </p:nvPicPr>
        <p:blipFill rotWithShape="1">
          <a:blip r:embed="rId3">
            <a:alphaModFix/>
          </a:blip>
          <a:srcRect b="0" l="0" r="0" t="0"/>
          <a:stretch/>
        </p:blipFill>
        <p:spPr>
          <a:xfrm>
            <a:off x="10485635" y="5148264"/>
            <a:ext cx="1563900" cy="1495500"/>
          </a:xfrm>
          <a:prstGeom prst="rect">
            <a:avLst/>
          </a:prstGeom>
          <a:noFill/>
          <a:ln>
            <a:noFill/>
          </a:ln>
          <a:effectLst>
            <a:outerShdw blurRad="25400">
              <a:srgbClr val="000000">
                <a:alpha val="45880"/>
              </a:srgbClr>
            </a:outerShdw>
          </a:effectLst>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gd46567d59d_0_30"/>
          <p:cNvSpPr txBox="1"/>
          <p:nvPr>
            <p:ph type="title"/>
          </p:nvPr>
        </p:nvSpPr>
        <p:spPr>
          <a:xfrm>
            <a:off x="913795" y="609600"/>
            <a:ext cx="10353900" cy="12573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t/>
            </a:r>
            <a:endParaRPr/>
          </a:p>
        </p:txBody>
      </p:sp>
      <p:sp>
        <p:nvSpPr>
          <p:cNvPr id="212" name="Google Shape;212;gd46567d59d_0_30"/>
          <p:cNvSpPr txBox="1"/>
          <p:nvPr>
            <p:ph idx="1" type="body"/>
          </p:nvPr>
        </p:nvSpPr>
        <p:spPr>
          <a:xfrm>
            <a:off x="913800" y="1398225"/>
            <a:ext cx="10112400" cy="4392900"/>
          </a:xfrm>
          <a:prstGeom prst="rect">
            <a:avLst/>
          </a:prstGeom>
        </p:spPr>
        <p:txBody>
          <a:bodyPr anchorCtr="0" anchor="t" bIns="45700" lIns="91425" spcFirstLastPara="1" rIns="91425" wrap="square" tIns="45700">
            <a:normAutofit/>
          </a:bodyPr>
          <a:lstStyle/>
          <a:p>
            <a:pPr indent="-374650" lvl="1" marL="571500" rtl="0" algn="just">
              <a:lnSpc>
                <a:spcPct val="115000"/>
              </a:lnSpc>
              <a:spcBef>
                <a:spcPts val="0"/>
              </a:spcBef>
              <a:spcAft>
                <a:spcPts val="0"/>
              </a:spcAft>
              <a:buClr>
                <a:schemeClr val="lt1"/>
              </a:buClr>
              <a:buSzPts val="2300"/>
              <a:buChar char="○"/>
            </a:pPr>
            <a:r>
              <a:rPr b="1" lang="en-US" sz="2300">
                <a:solidFill>
                  <a:srgbClr val="EA9999"/>
                </a:solidFill>
                <a:latin typeface="Old Standard TT"/>
                <a:ea typeface="Old Standard TT"/>
                <a:cs typeface="Old Standard TT"/>
                <a:sym typeface="Old Standard TT"/>
              </a:rPr>
              <a:t>Hub and Last mile - Last Mile Organization</a:t>
            </a:r>
            <a:r>
              <a:rPr b="1" lang="en-US" sz="2300">
                <a:solidFill>
                  <a:schemeClr val="lt1"/>
                </a:solidFill>
                <a:latin typeface="Old Standard TT"/>
                <a:ea typeface="Old Standard TT"/>
                <a:cs typeface="Old Standard TT"/>
                <a:sym typeface="Old Standard TT"/>
              </a:rPr>
              <a:t> - </a:t>
            </a:r>
            <a:r>
              <a:rPr lang="en-US" sz="2300">
                <a:solidFill>
                  <a:schemeClr val="lt1"/>
                </a:solidFill>
                <a:latin typeface="Old Standard TT"/>
                <a:ea typeface="Old Standard TT"/>
                <a:cs typeface="Old Standard TT"/>
                <a:sym typeface="Old Standard TT"/>
              </a:rPr>
              <a:t>In last mile stations, the arrived shipments are again broken into their respective orders based on the customer requests. Subsequently, these orders are then assigned to the Lastmile Station Organization to the Last mile manager. These are assigned based on the area the orders belong to. For example, if 2 orders belong to the same city, the orders will be sent to the same Last mile stations if they belong to nearby areas within the city. The last mile manager sends the orders to the Last mile delivery organization.</a:t>
            </a:r>
            <a:endParaRPr sz="2300">
              <a:solidFill>
                <a:schemeClr val="lt1"/>
              </a:solidFill>
              <a:latin typeface="Old Standard TT"/>
              <a:ea typeface="Old Standard TT"/>
              <a:cs typeface="Old Standard TT"/>
              <a:sym typeface="Old Standard TT"/>
            </a:endParaRPr>
          </a:p>
          <a:p>
            <a:pPr indent="-228600" lvl="0" marL="571500" rtl="0" algn="just">
              <a:spcBef>
                <a:spcPts val="360"/>
              </a:spcBef>
              <a:spcAft>
                <a:spcPts val="0"/>
              </a:spcAft>
              <a:buClr>
                <a:schemeClr val="dk1"/>
              </a:buClr>
              <a:buSzPts val="1100"/>
              <a:buFont typeface="Arial"/>
              <a:buNone/>
            </a:pPr>
            <a:r>
              <a:t/>
            </a:r>
            <a:endParaRPr sz="2400">
              <a:solidFill>
                <a:schemeClr val="lt1"/>
              </a:solidFill>
            </a:endParaRPr>
          </a:p>
          <a:p>
            <a:pPr indent="0" lvl="0" marL="0" rtl="0" algn="l">
              <a:spcBef>
                <a:spcPts val="600"/>
              </a:spcBef>
              <a:spcAft>
                <a:spcPts val="600"/>
              </a:spcAft>
              <a:buNone/>
            </a:pPr>
            <a:r>
              <a:t/>
            </a:r>
            <a:endParaRPr/>
          </a:p>
        </p:txBody>
      </p:sp>
      <p:pic>
        <p:nvPicPr>
          <p:cNvPr descr="Icon&#10;&#10;Description automatically generated" id="213" name="Google Shape;213;gd46567d59d_0_30"/>
          <p:cNvPicPr preferRelativeResize="0"/>
          <p:nvPr>
            <p:ph idx="1" type="body"/>
          </p:nvPr>
        </p:nvPicPr>
        <p:blipFill rotWithShape="1">
          <a:blip r:embed="rId3">
            <a:alphaModFix/>
          </a:blip>
          <a:srcRect b="0" l="0" r="0" t="0"/>
          <a:stretch/>
        </p:blipFill>
        <p:spPr>
          <a:xfrm>
            <a:off x="10485635" y="5148264"/>
            <a:ext cx="1563900" cy="1495500"/>
          </a:xfrm>
          <a:prstGeom prst="rect">
            <a:avLst/>
          </a:prstGeom>
          <a:noFill/>
          <a:ln>
            <a:noFill/>
          </a:ln>
          <a:effectLst>
            <a:outerShdw blurRad="25400">
              <a:srgbClr val="000000">
                <a:alpha val="45880"/>
              </a:srgbClr>
            </a:outerShdw>
          </a:effectLst>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gd46567d59d_0_36"/>
          <p:cNvSpPr txBox="1"/>
          <p:nvPr>
            <p:ph type="title"/>
          </p:nvPr>
        </p:nvSpPr>
        <p:spPr>
          <a:xfrm>
            <a:off x="913795" y="609600"/>
            <a:ext cx="10353900" cy="12573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t/>
            </a:r>
            <a:endParaRPr/>
          </a:p>
        </p:txBody>
      </p:sp>
      <p:sp>
        <p:nvSpPr>
          <p:cNvPr id="220" name="Google Shape;220;gd46567d59d_0_36"/>
          <p:cNvSpPr txBox="1"/>
          <p:nvPr>
            <p:ph idx="1" type="body"/>
          </p:nvPr>
        </p:nvSpPr>
        <p:spPr>
          <a:xfrm>
            <a:off x="913800" y="1211800"/>
            <a:ext cx="10353900" cy="4579200"/>
          </a:xfrm>
          <a:prstGeom prst="rect">
            <a:avLst/>
          </a:prstGeom>
        </p:spPr>
        <p:txBody>
          <a:bodyPr anchorCtr="0" anchor="t" bIns="45700" lIns="91425" spcFirstLastPara="1" rIns="91425" wrap="square" tIns="45700">
            <a:noAutofit/>
          </a:bodyPr>
          <a:lstStyle/>
          <a:p>
            <a:pPr indent="-374650" lvl="0" marL="457200" rtl="0" algn="l">
              <a:spcBef>
                <a:spcPts val="360"/>
              </a:spcBef>
              <a:spcAft>
                <a:spcPts val="0"/>
              </a:spcAft>
              <a:buSzPts val="2300"/>
              <a:buFont typeface="Old Standard TT"/>
              <a:buChar char="●"/>
            </a:pPr>
            <a:r>
              <a:rPr lang="en-US" sz="2300">
                <a:latin typeface="Old Standard TT"/>
                <a:ea typeface="Old Standard TT"/>
                <a:cs typeface="Old Standard TT"/>
                <a:sym typeface="Old Standard TT"/>
              </a:rPr>
              <a:t>Roles:</a:t>
            </a:r>
            <a:endParaRPr sz="2300">
              <a:latin typeface="Old Standard TT"/>
              <a:ea typeface="Old Standard TT"/>
              <a:cs typeface="Old Standard TT"/>
              <a:sym typeface="Old Standard TT"/>
            </a:endParaRPr>
          </a:p>
          <a:p>
            <a:pPr indent="-374650" lvl="1" marL="914400" rtl="0" algn="just">
              <a:lnSpc>
                <a:spcPct val="115000"/>
              </a:lnSpc>
              <a:spcBef>
                <a:spcPts val="0"/>
              </a:spcBef>
              <a:spcAft>
                <a:spcPts val="0"/>
              </a:spcAft>
              <a:buClr>
                <a:schemeClr val="lt1"/>
              </a:buClr>
              <a:buSzPts val="2300"/>
              <a:buFont typeface="Old Standard TT"/>
              <a:buChar char="○"/>
            </a:pPr>
            <a:r>
              <a:rPr lang="en-US" sz="2300">
                <a:solidFill>
                  <a:srgbClr val="EA9999"/>
                </a:solidFill>
                <a:latin typeface="Old Standard TT"/>
                <a:ea typeface="Old Standard TT"/>
                <a:cs typeface="Old Standard TT"/>
                <a:sym typeface="Old Standard TT"/>
              </a:rPr>
              <a:t>Customer</a:t>
            </a:r>
            <a:endParaRPr sz="2300">
              <a:solidFill>
                <a:srgbClr val="EA9999"/>
              </a:solidFill>
              <a:latin typeface="Old Standard TT"/>
              <a:ea typeface="Old Standard TT"/>
              <a:cs typeface="Old Standard TT"/>
              <a:sym typeface="Old Standard TT"/>
            </a:endParaRPr>
          </a:p>
          <a:p>
            <a:pPr indent="-374650" lvl="1" marL="914400" rtl="0" algn="just">
              <a:lnSpc>
                <a:spcPct val="115000"/>
              </a:lnSpc>
              <a:spcBef>
                <a:spcPts val="0"/>
              </a:spcBef>
              <a:spcAft>
                <a:spcPts val="0"/>
              </a:spcAft>
              <a:buClr>
                <a:schemeClr val="lt1"/>
              </a:buClr>
              <a:buSzPts val="2300"/>
              <a:buFont typeface="Old Standard TT"/>
              <a:buChar char="○"/>
            </a:pPr>
            <a:r>
              <a:rPr lang="en-US" sz="2300">
                <a:solidFill>
                  <a:schemeClr val="lt1"/>
                </a:solidFill>
                <a:latin typeface="Old Standard TT"/>
                <a:ea typeface="Old Standard TT"/>
                <a:cs typeface="Old Standard TT"/>
                <a:sym typeface="Old Standard TT"/>
              </a:rPr>
              <a:t>Vendor enterprise - Supply chain organization - </a:t>
            </a:r>
            <a:r>
              <a:rPr lang="en-US" sz="2300">
                <a:solidFill>
                  <a:srgbClr val="EA9999"/>
                </a:solidFill>
                <a:latin typeface="Old Standard TT"/>
                <a:ea typeface="Old Standard TT"/>
                <a:cs typeface="Old Standard TT"/>
                <a:sym typeface="Old Standard TT"/>
              </a:rPr>
              <a:t>Vendor manager</a:t>
            </a:r>
            <a:endParaRPr sz="2300">
              <a:solidFill>
                <a:srgbClr val="EA9999"/>
              </a:solidFill>
              <a:latin typeface="Old Standard TT"/>
              <a:ea typeface="Old Standard TT"/>
              <a:cs typeface="Old Standard TT"/>
              <a:sym typeface="Old Standard TT"/>
            </a:endParaRPr>
          </a:p>
          <a:p>
            <a:pPr indent="-374650" lvl="1" marL="914400" rtl="0" algn="just">
              <a:lnSpc>
                <a:spcPct val="115000"/>
              </a:lnSpc>
              <a:spcBef>
                <a:spcPts val="0"/>
              </a:spcBef>
              <a:spcAft>
                <a:spcPts val="0"/>
              </a:spcAft>
              <a:buClr>
                <a:schemeClr val="lt1"/>
              </a:buClr>
              <a:buSzPts val="2300"/>
              <a:buFont typeface="Old Standard TT"/>
              <a:buChar char="○"/>
            </a:pPr>
            <a:r>
              <a:rPr lang="en-US" sz="2300">
                <a:solidFill>
                  <a:schemeClr val="lt1"/>
                </a:solidFill>
                <a:latin typeface="Old Standard TT"/>
                <a:ea typeface="Old Standard TT"/>
                <a:cs typeface="Old Standard TT"/>
                <a:sym typeface="Old Standard TT"/>
              </a:rPr>
              <a:t>Delivery enterprise - Direct Delivery organization - </a:t>
            </a:r>
            <a:r>
              <a:rPr lang="en-US" sz="2300">
                <a:solidFill>
                  <a:srgbClr val="EA9999"/>
                </a:solidFill>
                <a:latin typeface="Old Standard TT"/>
                <a:ea typeface="Old Standard TT"/>
                <a:cs typeface="Old Standard TT"/>
                <a:sym typeface="Old Standard TT"/>
              </a:rPr>
              <a:t>Direct delivery person, Direct delivery manager</a:t>
            </a:r>
            <a:endParaRPr sz="2300">
              <a:solidFill>
                <a:srgbClr val="EA9999"/>
              </a:solidFill>
              <a:latin typeface="Old Standard TT"/>
              <a:ea typeface="Old Standard TT"/>
              <a:cs typeface="Old Standard TT"/>
              <a:sym typeface="Old Standard TT"/>
            </a:endParaRPr>
          </a:p>
          <a:p>
            <a:pPr indent="-374650" lvl="1" marL="914400" rtl="0" algn="just">
              <a:lnSpc>
                <a:spcPct val="115000"/>
              </a:lnSpc>
              <a:spcBef>
                <a:spcPts val="0"/>
              </a:spcBef>
              <a:spcAft>
                <a:spcPts val="0"/>
              </a:spcAft>
              <a:buClr>
                <a:schemeClr val="lt1"/>
              </a:buClr>
              <a:buSzPts val="2300"/>
              <a:buFont typeface="Old Standard TT"/>
              <a:buChar char="○"/>
            </a:pPr>
            <a:r>
              <a:rPr lang="en-US" sz="2300">
                <a:solidFill>
                  <a:schemeClr val="lt1"/>
                </a:solidFill>
                <a:latin typeface="Old Standard TT"/>
                <a:ea typeface="Old Standard TT"/>
                <a:cs typeface="Old Standard TT"/>
                <a:sym typeface="Old Standard TT"/>
              </a:rPr>
              <a:t>Delivery enterprise - First mile Delivery organization - </a:t>
            </a:r>
            <a:r>
              <a:rPr lang="en-US" sz="2300">
                <a:solidFill>
                  <a:srgbClr val="EA9999"/>
                </a:solidFill>
                <a:latin typeface="Old Standard TT"/>
                <a:ea typeface="Old Standard TT"/>
                <a:cs typeface="Old Standard TT"/>
                <a:sym typeface="Old Standard TT"/>
              </a:rPr>
              <a:t>First mile delivery person, First mile delivery manager</a:t>
            </a:r>
            <a:endParaRPr sz="2300">
              <a:solidFill>
                <a:srgbClr val="EA9999"/>
              </a:solidFill>
              <a:latin typeface="Old Standard TT"/>
              <a:ea typeface="Old Standard TT"/>
              <a:cs typeface="Old Standard TT"/>
              <a:sym typeface="Old Standard TT"/>
            </a:endParaRPr>
          </a:p>
          <a:p>
            <a:pPr indent="-374650" lvl="1" marL="914400" rtl="0" algn="just">
              <a:lnSpc>
                <a:spcPct val="115000"/>
              </a:lnSpc>
              <a:spcBef>
                <a:spcPts val="0"/>
              </a:spcBef>
              <a:spcAft>
                <a:spcPts val="0"/>
              </a:spcAft>
              <a:buClr>
                <a:schemeClr val="lt1"/>
              </a:buClr>
              <a:buSzPts val="2300"/>
              <a:buFont typeface="Old Standard TT"/>
              <a:buChar char="○"/>
            </a:pPr>
            <a:r>
              <a:rPr lang="en-US" sz="2300">
                <a:solidFill>
                  <a:schemeClr val="lt1"/>
                </a:solidFill>
                <a:latin typeface="Old Standard TT"/>
                <a:ea typeface="Old Standard TT"/>
                <a:cs typeface="Old Standard TT"/>
                <a:sym typeface="Old Standard TT"/>
              </a:rPr>
              <a:t>Delivery enterprise - Last mile Delivery organization - </a:t>
            </a:r>
            <a:r>
              <a:rPr lang="en-US" sz="2300">
                <a:solidFill>
                  <a:srgbClr val="EA9999"/>
                </a:solidFill>
                <a:latin typeface="Old Standard TT"/>
                <a:ea typeface="Old Standard TT"/>
                <a:cs typeface="Old Standard TT"/>
                <a:sym typeface="Old Standard TT"/>
              </a:rPr>
              <a:t>Last mile delivery person, Last mile delivery manager</a:t>
            </a:r>
            <a:endParaRPr sz="2300">
              <a:solidFill>
                <a:srgbClr val="EA9999"/>
              </a:solidFill>
              <a:latin typeface="Old Standard TT"/>
              <a:ea typeface="Old Standard TT"/>
              <a:cs typeface="Old Standard TT"/>
              <a:sym typeface="Old Standard TT"/>
            </a:endParaRPr>
          </a:p>
          <a:p>
            <a:pPr indent="0" lvl="0" marL="914400" rtl="0" algn="l">
              <a:spcBef>
                <a:spcPts val="360"/>
              </a:spcBef>
              <a:spcAft>
                <a:spcPts val="600"/>
              </a:spcAft>
              <a:buNone/>
            </a:pPr>
            <a:r>
              <a:t/>
            </a:r>
            <a:endParaRPr/>
          </a:p>
        </p:txBody>
      </p:sp>
      <p:pic>
        <p:nvPicPr>
          <p:cNvPr descr="Icon&#10;&#10;Description automatically generated" id="221" name="Google Shape;221;gd46567d59d_0_36"/>
          <p:cNvPicPr preferRelativeResize="0"/>
          <p:nvPr>
            <p:ph idx="1" type="body"/>
          </p:nvPr>
        </p:nvPicPr>
        <p:blipFill rotWithShape="1">
          <a:blip r:embed="rId3">
            <a:alphaModFix/>
          </a:blip>
          <a:srcRect b="0" l="0" r="0" t="0"/>
          <a:stretch/>
        </p:blipFill>
        <p:spPr>
          <a:xfrm>
            <a:off x="10485635" y="5148264"/>
            <a:ext cx="1563900" cy="1495500"/>
          </a:xfrm>
          <a:prstGeom prst="rect">
            <a:avLst/>
          </a:prstGeom>
          <a:noFill/>
          <a:ln>
            <a:noFill/>
          </a:ln>
          <a:effectLst>
            <a:outerShdw blurRad="25400">
              <a:srgbClr val="000000">
                <a:alpha val="45880"/>
              </a:srgbClr>
            </a:outerShdw>
          </a:effectLst>
        </p:spPr>
      </p:pic>
    </p:spTree>
  </p:cSld>
  <p:clrMapOvr>
    <a:masterClrMapping/>
  </p:clrMapOvr>
</p:sld>
</file>

<file path=ppt/theme/theme1.xml><?xml version="1.0" encoding="utf-8"?>
<a:theme xmlns:a="http://schemas.openxmlformats.org/drawingml/2006/main" xmlns:r="http://schemas.openxmlformats.org/officeDocument/2006/relationships" name="SlateVTI">
  <a:themeElements>
    <a:clrScheme name="AnalogousFromRegularSeed_2SEEDS">
      <a:dk1>
        <a:srgbClr val="000000"/>
      </a:dk1>
      <a:lt1>
        <a:srgbClr val="FFFFFF"/>
      </a:lt1>
      <a:dk2>
        <a:srgbClr val="412924"/>
      </a:dk2>
      <a:lt2>
        <a:srgbClr val="E2E7E8"/>
      </a:lt2>
      <a:accent1>
        <a:srgbClr val="B74A35"/>
      </a:accent1>
      <a:accent2>
        <a:srgbClr val="C94768"/>
      </a:accent2>
      <a:accent3>
        <a:srgbClr val="C99247"/>
      </a:accent3>
      <a:accent4>
        <a:srgbClr val="34B5A3"/>
      </a:accent4>
      <a:accent5>
        <a:srgbClr val="47A6C9"/>
      </a:accent5>
      <a:accent6>
        <a:srgbClr val="355EB7"/>
      </a:accent6>
      <a:hlink>
        <a:srgbClr val="358E9F"/>
      </a:hlink>
      <a:folHlink>
        <a:srgbClr val="7F7F7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2021-04-22T04:23:59Z</dcterms:created>
  <dc:creator>Jayati Amrutbhai Patel</dc:creator>
</cp:coreProperties>
</file>